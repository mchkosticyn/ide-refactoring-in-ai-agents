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без сигнала,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1965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429000"/>
            <a:ext cx="8229600" cy="777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54480"/>
            <a:ext cx="8229600" cy="1188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IDE: IntelliJ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221992"/>
            <a:ext cx="2651760" cy="248716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94304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0552" y="3749039"/>
            <a:ext cx="26548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Операций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Токены: 64k out · 3,7M cache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64k · 3,7M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Нулевая цена входа: без индекса и IDE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737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EA9999"/>
                </a:solidFill>
                <a:latin typeface="Menlo"/>
              </a:rPr>
              <a:t>  lint("fun f() { $code }")  – не найден (вызов без точки)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Подстрока ≠ символ: пропуски и ложные попадания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Правка не знает, что меняет. «Прошло» не значит «заменило правильно»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Codex CLI – системный промпт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«prefer using rg … Do not use apply_patch … when scripting is more efficient (such as search and replacing a string across a codebase)»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93392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Claude Code – режим bypass / auto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«make file changes with sed, heredocs, or short scripts, rather than using the dedicated Read, Edit, or Write tools»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798064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Claude Code – документация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«leaves Glob and Grep out of the default tool set, and Claude searches with find and grep through the Bash tool instead»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3602736"/>
            <a:ext cx="822960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OpenCode – инструмент Edit</a:t>
            </a:r>
          </a:p>
          <a:p>
            <a:pPr algn="l"/>
            <a:r>
              <a:rPr sz="1100" b="0" i="1">
                <a:solidFill>
                  <a:srgbClr val="FFFFFF"/>
                </a:solidFill>
                <a:latin typeface="Golos Text"/>
              </a:rPr>
              <a:t>«Use replaceAll … if you want to rename a variable»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Модели и инструменты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463040"/>
            <a:ext cx="8229600" cy="2194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языка: отдельный процесс резолвит символы, клиент спрашивает его по стандарту. Один протокол,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pyright, Kotlin LSP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Агент: Veai, LSP включён, рефакторинг выключен · Модель: 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150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Поиск по символу, а не по подстроке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Сервер не знает, что уже изменилось; когда индекс актуален – неизвестно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Ограничения протокола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Перенос, смена сигнатуры, удаление – в протоколе нет; передать им параметры нечем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Сервер не знает, что уже изменилось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Правки агента сервер видит только после уведомления клиента; когда индекс актуален – неизвестно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Ссылки из другого языка и из конфигурации не видны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Ошибка строкой, применение без предупреждения или пометка на правке. «Продолжить всё равно» нет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719072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94560"/>
            <a:ext cx="4023360" cy="21488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Rule.compileAndLint  1558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40740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Агент: Veai, рефакторинг включён, LSP выключен · Модель: 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962656"/>
            <a:ext cx="2651760" cy="174650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Проверяет резолв после правки; список конфликтов до применения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C9B8FF"/>
                </a:solidFill>
                <a:latin typeface="Golos Text"/>
              </a:rPr>
              <a:t>Конфликт «функция lint уже объявлена» – показан до применения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565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0136" y="12344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3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691640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3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12140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212140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551176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0565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0136" y="2551176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980944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980944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565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136" y="2980944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410712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565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0136" y="3410712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840479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3 операции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0565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0136" y="3840479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23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27024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0565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0136" y="427024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3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Встроен и включён по умолчанию с версии 2025.2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Extract Method, Change Signature, Inline –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