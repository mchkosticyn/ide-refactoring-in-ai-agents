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Второй такой же – BracesOnWhenStatementsSpec.kt. Для компилятора это тот же вызов Rule.lint, для grep – другая строка. Комментарий строкой выше – тот самый, который замена compileAndLint → lint превратила в «not lint for performance reasons».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OpenCode – то же: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Сильнее промптов: продуктовое решение. Cursor убрал индексацию кодовой базы, потому что модели справляются grep'ом. Индустрия движется к тексту осознанно.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– это и есть LSP для агента, и даже её авторы признают, что модель к ней не идёт сама. Демо LSP дальше – на Claude Code + Serena.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растёт по ходу доклада: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Агент справится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Вызов без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BracesOnIfStatementsSpec.kt:2213 – один из двух пропущенных вызовов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0876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private fun BracesOnIfStatements.test(code: String, …) {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// Note: not compileAndLint for performance reasons, …</a:t>
            </a:r>
          </a:p>
          <a:p>
            <a:pPr algn="l">
              <a:spcAft>
                <a:spcPts val="400"/>
              </a:spcAft>
            </a:pPr>
            <a:r>
              <a:rPr sz="1500" b="1" i="0" lang="ru-RU">
                <a:solidFill>
                  <a:srgbClr val="FFFFFF"/>
                </a:solidFill>
                <a:latin typeface="Menlo"/>
              </a:rPr>
              <a:t>    val findings = lint("fun f() { $code }")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8862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00" b="1" i="0" lang="ru-RU">
                <a:solidFill>
                  <a:srgbClr val="FFFFFF"/>
                </a:solidFill>
                <a:latin typeface="Golos Text"/>
              </a:rPr>
              <a:t>Receiver неявный – точки нет. Агент искал «.lint(» – этого места в выдаче не было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2801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вперемешку; вызовов без точки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834640"/>
            <a:ext cx="402336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834640"/>
            <a:ext cx="402336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агентов: Codex, Claude Code</a:t>
            </a:r>
          </a:p>
        </p:txBody>
      </p:sp>
      <p:pic>
        <p:nvPicPr>
          <p:cNvPr id="5" name="Picture 4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188720"/>
            <a:ext cx="5760720" cy="17984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188720"/>
            <a:ext cx="2286000" cy="18013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100" b="1" i="0" lang="ru-RU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github.com/openai/codex,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codex-rs/core/gpt_5_codex_prompt.md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Поиск – rg; массовая замена – скриптом</a:t>
            </a:r>
          </a:p>
        </p:txBody>
      </p:sp>
      <p:pic>
        <p:nvPicPr>
          <p:cNvPr id="7" name="Picture 6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108960"/>
            <a:ext cx="5760720" cy="16298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3108960"/>
            <a:ext cx="22860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100" b="1" i="0" lang="ru-RU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Блок системного промпта; цитата по issue #88475, август 2026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Документация: на macOS и Linux Glob и Grep убраны – поиск через Bash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агентов: Cursor</a:t>
            </a:r>
          </a:p>
        </p:txBody>
      </p:sp>
      <p:pic>
        <p:nvPicPr>
          <p:cNvPr id="5" name="Picture 4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188720"/>
            <a:ext cx="3200400" cy="3200400"/>
          </a:xfrm>
          <a:prstGeom prst="rect">
            <a:avLst/>
          </a:prstGeom>
        </p:spPr>
      </p:pic>
      <p:pic>
        <p:nvPicPr>
          <p:cNvPr id="6" name="Picture 5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188720"/>
            <a:ext cx="4937760" cy="24080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749039" y="3703320"/>
            <a:ext cx="493776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100" b="1" i="0" lang="ru-RU">
                <a:solidFill>
                  <a:srgbClr val="C9B8FF"/>
                </a:solidFill>
                <a:latin typeface="Golos Text"/>
              </a:rPr>
              <a:t>Форум Cursor, июль 2026 – ответы сотрудников Cursor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Семантический индекс отключён в пользу grep: «модели стали очень хороши в grep»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forum.cursor.com/t/…/165899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агентов: Serena</a:t>
            </a:r>
          </a:p>
        </p:txBody>
      </p:sp>
      <p:pic>
        <p:nvPicPr>
          <p:cNvPr id="5" name="Picture 4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188720"/>
            <a:ext cx="5394960" cy="355935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89320" y="1188720"/>
            <a:ext cx="2697480" cy="355701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100" b="1" i="0" lang="ru-RU">
                <a:solidFill>
                  <a:srgbClr val="C9B8FF"/>
                </a:solidFill>
                <a:latin typeface="Golos Text"/>
              </a:rPr>
              <a:t>Документация Serena, раздел Claude Code, октябрь 2026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Serena – MCP-сервер, который даёт агенту инструменты LSP: поиск по символам, rename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Описания встроенных инструментов Claude Code – почти 16k токенов; их не изменить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«Почти невозможно убедить Opus 4.7 пользоваться Serena» – нужен отдельный системный промпт</a:t>
            </a:r>
          </a:p>
          <a:p>
            <a:pPr algn="l">
              <a:spcAft>
                <a:spcPts val="3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oraios.github.io/serena/02-usage/030_clients.html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Поиск по символу</a:t>
            </a:r>
          </a:p>
          <a:p>
            <a:pPr algn="l">
              <a:spcAft>
                <a:spcPts val="1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Не по подстроке: вызов без точки и одноимённая функция другого типа различаются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Любой основной язык</a:t>
            </a:r>
          </a:p>
          <a:p>
            <a:pPr algn="l">
              <a:spcAft>
                <a:spcPts val="1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Сервер есть для rust, go, python, Kotlin и остальных; IDE не нужна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Один протокол</a:t>
            </a:r>
          </a:p>
          <a:p>
            <a:pPr algn="l">
              <a:spcAft>
                <a:spcPts val="4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Агент говорит с любым сервером одинаково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Минусы: ограничения протокола</a:t>
            </a:r>
          </a:p>
          <a:p>
            <a:pPr algn="l">
              <a:spcAft>
                <a:spcPts val="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>
              <a:spcAft>
                <a:spcPts val="6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Перенос, смена сигнатуры, удаление – в протоколе нет; передать им параметры нечем</a:t>
            </a:r>
          </a:p>
          <a:p>
            <a:pPr algn="l">
              <a:spcAft>
                <a:spcPts val="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</a:t>
            </a:r>
          </a:p>
          <a:p>
            <a:pPr algn="l">
              <a:spcAft>
                <a:spcPts val="6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Правки агента видит после уведомления клиента; когда индекс актуален – неизвестно</a:t>
            </a:r>
          </a:p>
          <a:p>
            <a:pPr algn="l">
              <a:spcAft>
                <a:spcPts val="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>
              <a:spcAft>
                <a:spcPts val="6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  <a:p>
            <a:pPr algn="l">
              <a:spcAft>
                <a:spcPts val="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Ошибка строкой, применение без предупреждения или пометка на правке. «Продолжить всё равно»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 – пока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делает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(рефакторинг вкл, LSP выкл)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 lang="ru-RU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