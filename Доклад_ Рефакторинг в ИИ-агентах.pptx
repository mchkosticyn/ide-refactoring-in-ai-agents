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7" r:id="rId1"/>
    <p:sldMasterId id="2147483768" r:id="rId2"/>
    <p:sldMasterId id="2147483769" r:id="rId3"/>
  </p:sldMasterIdLst>
  <p:notesMasterIdLst>
    <p:notesMasterId r:id="rId34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26"/>
    <p:sldId id="264" r:id="rId25"/>
    <p:sldId id="265" r:id="rId24"/>
    <p:sldId id="266" r:id="rId23"/>
    <p:sldId id="267" r:id="rId22"/>
    <p:sldId id="268" r:id="rId21"/>
    <p:sldId id="269" r:id="rId20"/>
    <p:sldId id="270" r:id="rId19"/>
    <p:sldId id="271" r:id="rId18"/>
    <p:sldId id="272" r:id="rId17"/>
    <p:sldId id="273" r:id="rId16"/>
    <p:sldId id="274" r:id="rId15"/>
    <p:sldId id="275" r:id="rId14"/>
    <p:sldId id="276" r:id="rId13"/>
    <p:sldId id="277" r:id="rId12"/>
    <p:sldId id="278" r:id="rId11"/>
    <p:sldId id="279" r:id="rId10"/>
    <p:sldId id="280" r:id="rId9"/>
    <p:sldId id="281" r:id="rId8"/>
    <p:sldId id="282" r:id="rId7"/>
    <p:sldId id="283" r:id="rId6"/>
    <p:sldId id="284" r:id="rId5"/>
    <p:sldId id="285" r:id="rId4"/>
    <p:sldId id="286" r:id="rId57"/>
    <p:sldId id="287" r:id="rId58"/>
    <p:sldId id="288" r:id="rId59"/>
    <p:sldId id="289" r:id="rId60"/>
    <p:sldId id="290" r:id="rId61"/>
    <p:sldId id="291" r:id="rId62"/>
    <p:sldId id="292" r:id="rId63"/>
    <p:sldId id="293" r:id="rId64"/>
    <p:sldId id="294" r:id="rId65"/>
    <p:sldId id="295" r:id="rId66"/>
    <p:sldId id="296" r:id="rId67"/>
    <p:sldId id="297" r:id="rId68"/>
    <p:sldId id="298" r:id="rId69"/>
  </p:sldIdLst>
  <p:sldSz cx="9144000" cy="5143500" type="screen16x9"/>
  <p:notesSz cx="6858000" cy="9144000"/>
  <p:embeddedFontLst>
    <p:embeddedFont>
      <p:font typeface="Archivo" pitchFamily="2" charset="0"/>
      <p:regular r:id="rId35"/>
      <p:bold r:id="rId36"/>
      <p:italic r:id="rId37"/>
      <p:boldItalic r:id="rId38"/>
    </p:embeddedFont>
    <p:embeddedFont>
      <p:font typeface="Archivo Light" pitchFamily="2" charset="0"/>
      <p:regular r:id="rId39"/>
      <p:bold r:id="rId40"/>
      <p:italic r:id="rId41"/>
      <p:boldItalic r:id="rId42"/>
    </p:embeddedFont>
    <p:embeddedFont>
      <p:font typeface="Archivo SemiBold" pitchFamily="2" charset="0"/>
      <p:regular r:id="rId43"/>
      <p:bold r:id="rId44"/>
      <p:italic r:id="rId45"/>
      <p:boldItalic r:id="rId46"/>
    </p:embeddedFont>
    <p:embeddedFont>
      <p:font typeface="Golos Text" panose="020B0503020202020204" pitchFamily="34" charset="0"/>
      <p:regular r:id="rId47"/>
      <p:bold r:id="rId48"/>
    </p:embeddedFont>
    <p:embeddedFont>
      <p:font typeface="Golos Text Medium" panose="020B0503020202020204" pitchFamily="34" charset="0"/>
      <p:regular r:id="rId49"/>
      <p:bold r:id="rId50"/>
    </p:embeddedFont>
    <p:embeddedFont>
      <p:font typeface="Golos Text SemiBold" panose="020B050302020202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E6048C-C7D9-4681-8BCE-A63DFE67F063}">
  <a:tblStyle styleId="{19E6048C-C7D9-4681-8BCE-A63DFE67F0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85"/>
    <p:restoredTop sz="94691"/>
  </p:normalViewPr>
  <p:slideViewPr>
    <p:cSldViewPr snapToGrid="0">
      <p:cViewPr varScale="1">
        <p:scale>
          <a:sx n="285" d="100"/>
          <a:sy n="285" d="100"/>
        </p:scale>
        <p:origin x="83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30.xml"/><Relationship Id="rId5" Type="http://schemas.openxmlformats.org/officeDocument/2006/relationships/slide" Target="slides/slide29.xml"/><Relationship Id="rId6" Type="http://schemas.openxmlformats.org/officeDocument/2006/relationships/slide" Target="slides/slide28.xml"/><Relationship Id="rId7" Type="http://schemas.openxmlformats.org/officeDocument/2006/relationships/slide" Target="slides/slide27.xml"/><Relationship Id="rId8" Type="http://schemas.openxmlformats.org/officeDocument/2006/relationships/slide" Target="slides/slide26.xml"/><Relationship Id="rId9" Type="http://schemas.openxmlformats.org/officeDocument/2006/relationships/slide" Target="slides/slide25.xml"/><Relationship Id="rId10" Type="http://schemas.openxmlformats.org/officeDocument/2006/relationships/slide" Target="slides/slide24.xml"/><Relationship Id="rId11" Type="http://schemas.openxmlformats.org/officeDocument/2006/relationships/slide" Target="slides/slide23.xml"/><Relationship Id="rId12" Type="http://schemas.openxmlformats.org/officeDocument/2006/relationships/slide" Target="slides/slide22.xml"/><Relationship Id="rId13" Type="http://schemas.openxmlformats.org/officeDocument/2006/relationships/slide" Target="slides/slide21.xml"/><Relationship Id="rId14" Type="http://schemas.openxmlformats.org/officeDocument/2006/relationships/slide" Target="slides/slide20.xml"/><Relationship Id="rId15" Type="http://schemas.openxmlformats.org/officeDocument/2006/relationships/slide" Target="slides/slide19.xml"/><Relationship Id="rId16" Type="http://schemas.openxmlformats.org/officeDocument/2006/relationships/slide" Target="slides/slide18.xml"/><Relationship Id="rId17" Type="http://schemas.openxmlformats.org/officeDocument/2006/relationships/slide" Target="slides/slide17.xml"/><Relationship Id="rId18" Type="http://schemas.openxmlformats.org/officeDocument/2006/relationships/slide" Target="slides/slide16.xml"/><Relationship Id="rId19" Type="http://schemas.openxmlformats.org/officeDocument/2006/relationships/slide" Target="slides/slide15.xml"/><Relationship Id="rId20" Type="http://schemas.openxmlformats.org/officeDocument/2006/relationships/slide" Target="slides/slide14.xml"/><Relationship Id="rId21" Type="http://schemas.openxmlformats.org/officeDocument/2006/relationships/slide" Target="slides/slide13.xml"/><Relationship Id="rId22" Type="http://schemas.openxmlformats.org/officeDocument/2006/relationships/slide" Target="slides/slide12.xml"/><Relationship Id="rId23" Type="http://schemas.openxmlformats.org/officeDocument/2006/relationships/slide" Target="slides/slide11.xml"/><Relationship Id="rId24" Type="http://schemas.openxmlformats.org/officeDocument/2006/relationships/slide" Target="slides/slide10.xml"/><Relationship Id="rId25" Type="http://schemas.openxmlformats.org/officeDocument/2006/relationships/slide" Target="slides/slide9.xml"/><Relationship Id="rId26" Type="http://schemas.openxmlformats.org/officeDocument/2006/relationships/slide" Target="slides/slide8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Relationship Id="rId41" Type="http://schemas.openxmlformats.org/officeDocument/2006/relationships/font" Target="fonts/font7.fntdata"/><Relationship Id="rId42" Type="http://schemas.openxmlformats.org/officeDocument/2006/relationships/font" Target="fonts/font8.fntdata"/><Relationship Id="rId43" Type="http://schemas.openxmlformats.org/officeDocument/2006/relationships/font" Target="fonts/font9.fntdata"/><Relationship Id="rId44" Type="http://schemas.openxmlformats.org/officeDocument/2006/relationships/font" Target="fonts/font10.fntdata"/><Relationship Id="rId45" Type="http://schemas.openxmlformats.org/officeDocument/2006/relationships/font" Target="fonts/font11.fntdata"/><Relationship Id="rId46" Type="http://schemas.openxmlformats.org/officeDocument/2006/relationships/font" Target="fonts/font12.fntdata"/><Relationship Id="rId47" Type="http://schemas.openxmlformats.org/officeDocument/2006/relationships/font" Target="fonts/font13.fntdata"/><Relationship Id="rId48" Type="http://schemas.openxmlformats.org/officeDocument/2006/relationships/font" Target="fonts/font14.fntdata"/><Relationship Id="rId49" Type="http://schemas.openxmlformats.org/officeDocument/2006/relationships/font" Target="fonts/font15.fntdata"/><Relationship Id="rId50" Type="http://schemas.openxmlformats.org/officeDocument/2006/relationships/font" Target="fonts/font16.fntdata"/><Relationship Id="rId51" Type="http://schemas.openxmlformats.org/officeDocument/2006/relationships/font" Target="fonts/font17.fntdata"/><Relationship Id="rId52" Type="http://schemas.openxmlformats.org/officeDocument/2006/relationships/font" Target="fonts/font18.fnt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openxmlformats.org/officeDocument/2006/relationships/slide" Target="slides/slide31.xml"/><Relationship Id="rId58" Type="http://schemas.openxmlformats.org/officeDocument/2006/relationships/slide" Target="slides/slide32.xml"/><Relationship Id="rId59" Type="http://schemas.openxmlformats.org/officeDocument/2006/relationships/slide" Target="slides/slide33.xml"/><Relationship Id="rId60" Type="http://schemas.openxmlformats.org/officeDocument/2006/relationships/slide" Target="slides/slide34.xml"/><Relationship Id="rId61" Type="http://schemas.openxmlformats.org/officeDocument/2006/relationships/slide" Target="slides/slide35.xml"/><Relationship Id="rId62" Type="http://schemas.openxmlformats.org/officeDocument/2006/relationships/slide" Target="slides/slide36.xml"/><Relationship Id="rId63" Type="http://schemas.openxmlformats.org/officeDocument/2006/relationships/slide" Target="slides/slide37.xml"/><Relationship Id="rId64" Type="http://schemas.openxmlformats.org/officeDocument/2006/relationships/slide" Target="slides/slide38.xml"/><Relationship Id="rId65" Type="http://schemas.openxmlformats.org/officeDocument/2006/relationships/slide" Target="slides/slide39.xml"/><Relationship Id="rId66" Type="http://schemas.openxmlformats.org/officeDocument/2006/relationships/slide" Target="slides/slide40.xml"/><Relationship Id="rId67" Type="http://schemas.openxmlformats.org/officeDocument/2006/relationships/slide" Target="slides/slide41.xml"/><Relationship Id="rId68" Type="http://schemas.openxmlformats.org/officeDocument/2006/relationships/slide" Target="slides/slide42.xml"/><Relationship Id="rId6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проход дальше разбираем одинаково: найдены ли все места, только ли нужные правки, сохранено ли поведение – и цена: время, стоимость, ходы, токены, стартовый контекст.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Ловушки не называем – всплывут в разборах. Тестовый DSL вашего проекта устроен так же: пара хелперов, сотни вызовов, правило на дисциплине.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Rename в занятое имя – IDE останавливает и показывает конфликт. Это то, что будем искать у агентов. Время и стоимость – по ускоренной записи с таймером. Порядок величины подтверждает история PR: оба коммита автора сделаны за 20 минут 3 января 2025 (11:12 и 11:32); при ставке $60/ч это около $30.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Вводный термин. Пример из языка: «ключ» – одно слово, значение зависит от контекста. Подход 1 работает с синтаксисом, подходы 2 и 3 – с семантикой; на этом стоит весь доклад.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Агент правильно выбрал порядок: сначала старые lint, потом rename; двойник в другом модуле обошёл. Промах – там, где имя не выглядит как вызов метода. Инструменты агента – поиск по тексту и правка текста.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из прогонов 2026-10-10: в 4 из 5 агент тронул IndentationSpec.kt – заменил import compileAndLint на import lint; после этого subject.lint(code) в файле вызывает Rule.lint вместо FormattingRule.lint – текст не изменился, функция другая, сборка зелёная. TODO: подтвердить в IDE (Go to Declaration). Вызов без точки lint("fun f() { $code }") – вторая ловушка того же рода: в прогоне 29.09 пропущен, в прогонах 10.10 найден. Вывод: нужен инструмент, который видит функции и их вызовы, а не строки.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Пауза после подхода. Таблица растёт по ходу доклада: после каждого подхода – колонка.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Перед видео – одна фраза: LSP – сервер, который резолвит символы языка; агент спрашивает его, где символ используется, и просит переименовать.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Rename отказал в нашем прогоне – лучше, чем применить без предупреждения. Но это выбор сервера, а не правило протокола, и продолжить после отказа нечем. Из пилота AgentConnect (август 2026): LSP точнее grep, но полнота у обоих около 0,66 – LSP не гарантия, что найдено всё.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Минусы – уровень протокола. Переименование – единственный запрос рефакторинга, которому клиент передаёт параметры (textDocument/rename); extract, inline, move бывают только как code actions: сервер сам предлагает список в точке курсора, передать имя или модуль нечем. Перенос, смена сигнатуры, удаление – в протоколе нет.  Что сервер делает внутри ограничений – своё у каждого: clangd и gopls отказывают, rust-analyzer помечает правку, Kotlin LSP отказал нам. Вывод: символы видит, оба вызова без точки нашёл; но операция одна, конфликт как повезёт, один язык. Нужен движок.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Пауза после подхода. После движка добавится четвёртая колонка.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Агент решает, что переименовать и как поступить с конфликтом; движок ищет ссылки, проверяет конфликт, применяет. Рассматриваем только IntelliJ.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Полнота и корректность – далее по слайду на каждую. Атомарность: либо всё, либо ничего – не бывает «переименовано в 130 файлах из 133»; если код изменился между поиском и применением, движок не применяет правку и просит повторить поиск («There were changes in code after usages have been found»). Архитектурные изменения – не рефакторинг в смысле движка; это оговорка, не минус.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Дерево – то, что видит и парсер: синтаксис. Ссылка – то, чего нет у текста: узел lint знает, к какому объявлению относится, и выбор зависит от типа receiver и импортов. Одинаковый текст subject.lint(code) в detekt-formatting разрешается в FormattingRule.lint. Индексы – почему обход всех ссылок на объявление быстрый.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Ссылка – слой поверх дерева, поэтому плагин может добавить связь туда, где компилятор её не видит. Индексы – почему обход быстрый.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Механизм для метода: копия выражения-вызова, новое имя, повторный резолв. На кейсе – конфликт объявления.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читать вслух. У текста нет символа; у LSP символ есть, но только rename, один язык и конфликты как повезёт; у движка – модель проекта и проверка до правки. Ниша текста – некомпилирующийся код и нулевая цена входа. Строка контекста – ответ на «сколько стоят описания инструментов».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инструкция агента, а не выбор модели: та же модель в другом агенте инструменты вызывает. Единственный инструмент правки у терминальных агентов – замена строки или патч. Источники: github.com/openai/codex, codex-rs/core/gpt_5_codex_prompt.md (тот же текст в промптах для gpt-5.2); блок bypass/auto – по issue anthropics/claude-code #88475 (версии 2.1.228+). Документация Claude Code: на macOS и Linux Glob и Grep убраны из набора по умолчанию – поиск через find и grep в Bash. OpenCode: описание инструмента Edit предлагает replaceAll, «if you want to rename a variable».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промпт, а продуктовое решение: Cursor убрал семантический индекс, потому что модели справляются grep'ом. forum.cursor.com/t/…/165899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Переход к LSP: Serena даёт агенту LSP, и её авторы пишут, что модель к ней сама не идёт. Демо LSP – на Claude Code + Serena. oraios.github.io/serena/02-usage/030_clients.html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Оговорки – только здесь: пилот, 2–3 прогона на ячейку, rename через LSP не тестировали. Тезис статьи – «agent capability = model × harness»: модель сама к LSP не идёт, а если заставить без доработки агента – становится хуже.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 по выбору подхода – просьба оргкомитета. Ни один не «правильный»: у каждого ситуация, где он уместен.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Секции">
  <p:cSld name="CUSTOM_19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 fontScale="55000" lnSpcReduction="20000"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61969" y="369297"/>
            <a:ext cx="6276900" cy="4410600"/>
          </a:xfrm>
          <a:prstGeom prst="rect">
            <a:avLst/>
          </a:prstGeom>
        </p:spPr>
        <p:txBody>
          <a:bodyPr spcFirstLastPara="1" wrap="square" lIns="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2">
    <p:bg>
      <p:bgPr>
        <a:solidFill>
          <a:schemeClr val="dk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Light"/>
              <a:buNone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2_3_1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title" hasCustomPrompt="1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 idx="2" hasCustomPrompt="1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 hasCustomPrompt="1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 idx="4" hasCustomPrompt="1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5" hasCustomPrompt="1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 idx="6" hasCustomPrompt="1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 fontScale="55000" lnSpcReduction="20000"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7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8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9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3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4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28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 fontScale="55000" lnSpcReduction="20000"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2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3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4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5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6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7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8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 hasCustomPrompt="1"/>
          </p:nvPr>
        </p:nvSpPr>
        <p:spPr>
          <a:xfrm>
            <a:off x="3597468" y="680406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 idx="9" hasCustomPrompt="1"/>
          </p:nvPr>
        </p:nvSpPr>
        <p:spPr>
          <a:xfrm>
            <a:off x="3597469" y="2127391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 idx="13" hasCustomPrompt="1"/>
          </p:nvPr>
        </p:nvSpPr>
        <p:spPr>
          <a:xfrm>
            <a:off x="3597468" y="3591203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14"/>
          </p:nvPr>
        </p:nvSpPr>
        <p:spPr>
          <a:xfrm>
            <a:off x="361961" y="539906"/>
            <a:ext cx="62769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1_1_1_1_1_1_1_1_1_1_1_2_1_5_1">
    <p:bg>
      <p:bgPr>
        <a:solidFill>
          <a:schemeClr val="dk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rmAutofit fontScale="55000" lnSpcReduction="20000"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2">
  <p:cSld name="CUSTOM_20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859469" y="0"/>
            <a:ext cx="32847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4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2"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2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2">
  <p:cSld name="CUSTOM_20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>
            <a:spLocks noGrp="1"/>
          </p:cNvSpPr>
          <p:nvPr>
            <p:ph type="pic" idx="2"/>
          </p:nvPr>
        </p:nvSpPr>
        <p:spPr>
          <a:xfrm>
            <a:off x="5859475" y="465625"/>
            <a:ext cx="2917200" cy="4316700"/>
          </a:xfrm>
          <a:prstGeom prst="roundRect">
            <a:avLst>
              <a:gd name="adj" fmla="val 3546"/>
            </a:avLst>
          </a:prstGeom>
          <a:noFill/>
          <a:ln>
            <a:noFill/>
          </a:ln>
        </p:spPr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4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3">
  <p:cSld name="CUSTOM_24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>
            <a:off x="4918050" y="3138700"/>
            <a:ext cx="36759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2"/>
          </p:nvPr>
        </p:nvSpPr>
        <p:spPr>
          <a:xfrm>
            <a:off x="4918050" y="3409900"/>
            <a:ext cx="3675900" cy="1233000"/>
          </a:xfrm>
          <a:prstGeom prst="rect">
            <a:avLst/>
          </a:prstGeom>
        </p:spPr>
        <p:txBody>
          <a:bodyPr spcFirstLastPara="1" wrap="square" lIns="0" tIns="13715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121" name="Google Shape;121;p22"/>
          <p:cNvSpPr>
            <a:spLocks noGrp="1"/>
          </p:cNvSpPr>
          <p:nvPr>
            <p:ph type="pic" idx="3"/>
          </p:nvPr>
        </p:nvSpPr>
        <p:spPr>
          <a:xfrm>
            <a:off x="4637425" y="1066100"/>
            <a:ext cx="4140600" cy="1806600"/>
          </a:xfrm>
          <a:prstGeom prst="roundRect">
            <a:avLst>
              <a:gd name="adj" fmla="val 14555"/>
            </a:avLst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364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5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subtitles">
  <p:cSld name="CUSTOM_2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39100" cy="4551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_19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61975" y="552775"/>
            <a:ext cx="8343600" cy="2122800"/>
          </a:xfrm>
          <a:prstGeom prst="rect">
            <a:avLst/>
          </a:prstGeom>
        </p:spPr>
        <p:txBody>
          <a:bodyPr spcFirstLastPara="1" wrap="square" lIns="0" tIns="137150" rIns="13715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2"/>
          </p:nvPr>
        </p:nvSpPr>
        <p:spPr>
          <a:xfrm>
            <a:off x="361975" y="301438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2_3_1">
    <p:bg>
      <p:bgPr>
        <a:solidFill>
          <a:schemeClr val="dk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>
            <a:spLocks noGrp="1"/>
          </p:cNvSpPr>
          <p:nvPr>
            <p:ph type="title" hasCustomPrompt="1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5"/>
          <p:cNvSpPr txBox="1">
            <a:spLocks noGrp="1"/>
          </p:cNvSpPr>
          <p:nvPr>
            <p:ph type="title" idx="2" hasCustomPrompt="1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 idx="3" hasCustomPrompt="1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5"/>
          <p:cNvSpPr txBox="1">
            <a:spLocks noGrp="1"/>
          </p:cNvSpPr>
          <p:nvPr>
            <p:ph type="title" idx="4" hasCustomPrompt="1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25"/>
          <p:cNvSpPr txBox="1">
            <a:spLocks noGrp="1"/>
          </p:cNvSpPr>
          <p:nvPr>
            <p:ph type="title" idx="5" hasCustomPrompt="1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5"/>
          <p:cNvSpPr txBox="1">
            <a:spLocks noGrp="1"/>
          </p:cNvSpPr>
          <p:nvPr>
            <p:ph type="title" idx="6" hasCustomPrompt="1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ubTitle" idx="7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8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9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13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subTitle" idx="14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chivo SemiBold"/>
              <a:buNone/>
              <a:defRPr sz="13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1_1_1_1_1_1_1_1_1_1_1_2_1_5_1">
    <p:bg>
      <p:bgPr>
        <a:solidFill>
          <a:schemeClr val="dk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subTitle" idx="1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BLANK_1_1_1_1_1_1_1_1_1_1_1_2_1_4">
    <p:bg>
      <p:bgPr>
        <a:solidFill>
          <a:schemeClr val="dk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subTitle" idx="3"/>
          </p:nvPr>
        </p:nvSpPr>
        <p:spPr>
          <a:xfrm>
            <a:off x="339900" y="24643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subTitle" idx="4"/>
          </p:nvPr>
        </p:nvSpPr>
        <p:spPr>
          <a:xfrm>
            <a:off x="339900" y="34561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subTitle" idx="5"/>
          </p:nvPr>
        </p:nvSpPr>
        <p:spPr>
          <a:xfrm>
            <a:off x="339900" y="441630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6"/>
          </p:nvPr>
        </p:nvSpPr>
        <p:spPr>
          <a:xfrm>
            <a:off x="1365000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7"/>
          </p:nvPr>
        </p:nvSpPr>
        <p:spPr>
          <a:xfrm>
            <a:off x="330893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subTitle" idx="8"/>
          </p:nvPr>
        </p:nvSpPr>
        <p:spPr>
          <a:xfrm>
            <a:off x="525288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9"/>
          </p:nvPr>
        </p:nvSpPr>
        <p:spPr>
          <a:xfrm>
            <a:off x="7198463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ubTitle" idx="13"/>
          </p:nvPr>
        </p:nvSpPr>
        <p:spPr>
          <a:xfrm>
            <a:off x="14885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ubTitle" idx="14"/>
          </p:nvPr>
        </p:nvSpPr>
        <p:spPr>
          <a:xfrm>
            <a:off x="34325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ubTitle" idx="15"/>
          </p:nvPr>
        </p:nvSpPr>
        <p:spPr>
          <a:xfrm>
            <a:off x="53749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ubTitle" idx="16"/>
          </p:nvPr>
        </p:nvSpPr>
        <p:spPr>
          <a:xfrm>
            <a:off x="73189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subTitle" idx="17"/>
          </p:nvPr>
        </p:nvSpPr>
        <p:spPr>
          <a:xfrm>
            <a:off x="14885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8"/>
          </p:nvPr>
        </p:nvSpPr>
        <p:spPr>
          <a:xfrm>
            <a:off x="34325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19"/>
          </p:nvPr>
        </p:nvSpPr>
        <p:spPr>
          <a:xfrm>
            <a:off x="53749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ubTitle" idx="20"/>
          </p:nvPr>
        </p:nvSpPr>
        <p:spPr>
          <a:xfrm>
            <a:off x="73189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21"/>
          </p:nvPr>
        </p:nvSpPr>
        <p:spPr>
          <a:xfrm>
            <a:off x="14885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ubTitle" idx="22"/>
          </p:nvPr>
        </p:nvSpPr>
        <p:spPr>
          <a:xfrm>
            <a:off x="34325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23"/>
          </p:nvPr>
        </p:nvSpPr>
        <p:spPr>
          <a:xfrm>
            <a:off x="53749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ubTitle" idx="24"/>
          </p:nvPr>
        </p:nvSpPr>
        <p:spPr>
          <a:xfrm>
            <a:off x="73189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model">
  <p:cSld name="BLANK_1_1_1_1_1_1_1_1_1_1_1_2_1_2">
    <p:bg>
      <p:bgPr>
        <a:solidFill>
          <a:schemeClr val="dk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subTitle" idx="2"/>
          </p:nvPr>
        </p:nvSpPr>
        <p:spPr>
          <a:xfrm>
            <a:off x="59327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ubTitle" idx="3"/>
          </p:nvPr>
        </p:nvSpPr>
        <p:spPr>
          <a:xfrm>
            <a:off x="59327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title" hasCustomPrompt="1"/>
          </p:nvPr>
        </p:nvSpPr>
        <p:spPr>
          <a:xfrm>
            <a:off x="418825" y="20660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4"/>
          </p:nvPr>
        </p:nvSpPr>
        <p:spPr>
          <a:xfrm>
            <a:off x="22890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subTitle" idx="5"/>
          </p:nvPr>
        </p:nvSpPr>
        <p:spPr>
          <a:xfrm>
            <a:off x="22890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title" idx="6" hasCustomPrompt="1"/>
          </p:nvPr>
        </p:nvSpPr>
        <p:spPr>
          <a:xfrm>
            <a:off x="2114575" y="153067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8"/>
          <p:cNvSpPr txBox="1">
            <a:spLocks noGrp="1"/>
          </p:cNvSpPr>
          <p:nvPr>
            <p:ph type="subTitle" idx="7"/>
          </p:nvPr>
        </p:nvSpPr>
        <p:spPr>
          <a:xfrm>
            <a:off x="3998249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subTitle" idx="8"/>
          </p:nvPr>
        </p:nvSpPr>
        <p:spPr>
          <a:xfrm>
            <a:off x="3998250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9" hasCustomPrompt="1"/>
          </p:nvPr>
        </p:nvSpPr>
        <p:spPr>
          <a:xfrm>
            <a:off x="3823800" y="9252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28"/>
          <p:cNvSpPr txBox="1">
            <a:spLocks noGrp="1"/>
          </p:cNvSpPr>
          <p:nvPr>
            <p:ph type="subTitle" idx="13"/>
          </p:nvPr>
        </p:nvSpPr>
        <p:spPr>
          <a:xfrm>
            <a:off x="57007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4"/>
          </p:nvPr>
        </p:nvSpPr>
        <p:spPr>
          <a:xfrm>
            <a:off x="57007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title" idx="15" hasCustomPrompt="1"/>
          </p:nvPr>
        </p:nvSpPr>
        <p:spPr>
          <a:xfrm>
            <a:off x="5526275" y="2066050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6"/>
          </p:nvPr>
        </p:nvSpPr>
        <p:spPr>
          <a:xfrm>
            <a:off x="74032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subTitle" idx="17"/>
          </p:nvPr>
        </p:nvSpPr>
        <p:spPr>
          <a:xfrm>
            <a:off x="74032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title" idx="18" hasCustomPrompt="1"/>
          </p:nvPr>
        </p:nvSpPr>
        <p:spPr>
          <a:xfrm>
            <a:off x="7228775" y="11155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1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ple options">
  <p:cSld name="BLANK_1_1_1_1_1_1_1_1_1_1_1_2_1_1_4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/>
          <p:nvPr/>
        </p:nvSpPr>
        <p:spPr>
          <a:xfrm>
            <a:off x="75" y="1680250"/>
            <a:ext cx="9144000" cy="3467400"/>
          </a:xfrm>
          <a:prstGeom prst="rect">
            <a:avLst/>
          </a:prstGeom>
          <a:gradFill>
            <a:gsLst>
              <a:gs pos="0">
                <a:schemeClr val="accent1"/>
              </a:gs>
              <a:gs pos="9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6" name="Google Shape;206;p29"/>
          <p:cNvSpPr txBox="1">
            <a:spLocks noGrp="1"/>
          </p:cNvSpPr>
          <p:nvPr>
            <p:ph type="body" idx="1"/>
          </p:nvPr>
        </p:nvSpPr>
        <p:spPr>
          <a:xfrm>
            <a:off x="6892719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2"/>
          </p:nvPr>
        </p:nvSpPr>
        <p:spPr>
          <a:xfrm>
            <a:off x="26490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3"/>
          </p:nvPr>
        </p:nvSpPr>
        <p:spPr>
          <a:xfrm>
            <a:off x="47708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body" idx="4"/>
          </p:nvPr>
        </p:nvSpPr>
        <p:spPr>
          <a:xfrm>
            <a:off x="513318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ubTitle" idx="5"/>
          </p:nvPr>
        </p:nvSpPr>
        <p:spPr>
          <a:xfrm>
            <a:off x="47708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subTitle" idx="6"/>
          </p:nvPr>
        </p:nvSpPr>
        <p:spPr>
          <a:xfrm>
            <a:off x="26490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subTitle" idx="7"/>
          </p:nvPr>
        </p:nvSpPr>
        <p:spPr>
          <a:xfrm>
            <a:off x="5133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subTitle" idx="8"/>
          </p:nvPr>
        </p:nvSpPr>
        <p:spPr>
          <a:xfrm>
            <a:off x="68927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362050" y="1066100"/>
            <a:ext cx="83646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9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3"/>
          </p:nvPr>
        </p:nvSpPr>
        <p:spPr>
          <a:xfrm>
            <a:off x="6892694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14"/>
          </p:nvPr>
        </p:nvSpPr>
        <p:spPr>
          <a:xfrm>
            <a:off x="4770856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15"/>
          </p:nvPr>
        </p:nvSpPr>
        <p:spPr>
          <a:xfrm>
            <a:off x="2648993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6"/>
          </p:nvPr>
        </p:nvSpPr>
        <p:spPr>
          <a:xfrm>
            <a:off x="513318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1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2">
  <p:cSld name="CUSTOM_36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6309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6309306" y="31434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3322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361981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body" idx="6"/>
          </p:nvPr>
        </p:nvSpPr>
        <p:spPr>
          <a:xfrm>
            <a:off x="361981" y="1502500"/>
            <a:ext cx="2497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7"/>
          </p:nvPr>
        </p:nvSpPr>
        <p:spPr>
          <a:xfrm>
            <a:off x="339895" y="3143400"/>
            <a:ext cx="50772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8"/>
          </p:nvPr>
        </p:nvSpPr>
        <p:spPr>
          <a:xfrm>
            <a:off x="339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9"/>
          </p:nvPr>
        </p:nvSpPr>
        <p:spPr>
          <a:xfrm>
            <a:off x="1428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13"/>
          </p:nvPr>
        </p:nvSpPr>
        <p:spPr>
          <a:xfrm>
            <a:off x="2516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4"/>
          </p:nvPr>
        </p:nvSpPr>
        <p:spPr>
          <a:xfrm>
            <a:off x="3605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subTitle" idx="15"/>
          </p:nvPr>
        </p:nvSpPr>
        <p:spPr>
          <a:xfrm>
            <a:off x="4693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subTitle" idx="16"/>
          </p:nvPr>
        </p:nvSpPr>
        <p:spPr>
          <a:xfrm>
            <a:off x="6309300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17"/>
          </p:nvPr>
        </p:nvSpPr>
        <p:spPr>
          <a:xfrm>
            <a:off x="7578839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18"/>
          </p:nvPr>
        </p:nvSpPr>
        <p:spPr>
          <a:xfrm>
            <a:off x="6309300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19"/>
          </p:nvPr>
        </p:nvSpPr>
        <p:spPr>
          <a:xfrm>
            <a:off x="7578839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3">
  <p:cSld name="BLANK_1_1_1_1_1_1_1_1_1_1_1_2_1_1_3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190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2"/>
          </p:nvPr>
        </p:nvSpPr>
        <p:spPr>
          <a:xfrm>
            <a:off x="4760178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body" idx="3"/>
          </p:nvPr>
        </p:nvSpPr>
        <p:spPr>
          <a:xfrm>
            <a:off x="4760178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4"/>
          </p:nvPr>
        </p:nvSpPr>
        <p:spPr>
          <a:xfrm>
            <a:off x="4760178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body" idx="5"/>
          </p:nvPr>
        </p:nvSpPr>
        <p:spPr>
          <a:xfrm>
            <a:off x="4760178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6"/>
          </p:nvPr>
        </p:nvSpPr>
        <p:spPr>
          <a:xfrm>
            <a:off x="6948350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7"/>
          </p:nvPr>
        </p:nvSpPr>
        <p:spPr>
          <a:xfrm>
            <a:off x="6948350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subTitle" idx="13"/>
          </p:nvPr>
        </p:nvSpPr>
        <p:spPr>
          <a:xfrm>
            <a:off x="520650" y="3138650"/>
            <a:ext cx="37704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body" idx="14"/>
          </p:nvPr>
        </p:nvSpPr>
        <p:spPr>
          <a:xfrm>
            <a:off x="520650" y="3409850"/>
            <a:ext cx="37704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5">
  <p:cSld name="BLANK_1_1_1_1_1_1_1_1_1_1_1_2_1_1_3_2">
    <p:bg>
      <p:bgPr>
        <a:solidFill>
          <a:schemeClr val="l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19836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2"/>
          </p:nvPr>
        </p:nvSpPr>
        <p:spPr>
          <a:xfrm>
            <a:off x="4823525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body" idx="3"/>
          </p:nvPr>
        </p:nvSpPr>
        <p:spPr>
          <a:xfrm>
            <a:off x="4823525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subTitle" idx="4"/>
          </p:nvPr>
        </p:nvSpPr>
        <p:spPr>
          <a:xfrm>
            <a:off x="482352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body" idx="5"/>
          </p:nvPr>
        </p:nvSpPr>
        <p:spPr>
          <a:xfrm>
            <a:off x="482352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subTitle" idx="6"/>
          </p:nvPr>
        </p:nvSpPr>
        <p:spPr>
          <a:xfrm>
            <a:off x="6948350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body" idx="7"/>
          </p:nvPr>
        </p:nvSpPr>
        <p:spPr>
          <a:xfrm>
            <a:off x="6948350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71" name="Google Shape;271;p32"/>
          <p:cNvSpPr txBox="1">
            <a:spLocks noGrp="1"/>
          </p:cNvSpPr>
          <p:nvPr>
            <p:ph type="subTitle" idx="13"/>
          </p:nvPr>
        </p:nvSpPr>
        <p:spPr>
          <a:xfrm>
            <a:off x="57387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72" name="Google Shape;272;p32"/>
          <p:cNvSpPr txBox="1">
            <a:spLocks noGrp="1"/>
          </p:cNvSpPr>
          <p:nvPr>
            <p:ph type="body" idx="14"/>
          </p:nvPr>
        </p:nvSpPr>
        <p:spPr>
          <a:xfrm>
            <a:off x="57387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73" name="Google Shape;273;p32"/>
          <p:cNvSpPr txBox="1">
            <a:spLocks noGrp="1"/>
          </p:cNvSpPr>
          <p:nvPr>
            <p:ph type="subTitle" idx="15"/>
          </p:nvPr>
        </p:nvSpPr>
        <p:spPr>
          <a:xfrm>
            <a:off x="269870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74" name="Google Shape;274;p32"/>
          <p:cNvSpPr txBox="1">
            <a:spLocks noGrp="1"/>
          </p:cNvSpPr>
          <p:nvPr>
            <p:ph type="body" idx="16"/>
          </p:nvPr>
        </p:nvSpPr>
        <p:spPr>
          <a:xfrm>
            <a:off x="269870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17"/>
          </p:nvPr>
        </p:nvSpPr>
        <p:spPr>
          <a:xfrm>
            <a:off x="2698700" y="1229838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body" idx="18"/>
          </p:nvPr>
        </p:nvSpPr>
        <p:spPr>
          <a:xfrm>
            <a:off x="2698700" y="1503488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subTitle" idx="19"/>
          </p:nvPr>
        </p:nvSpPr>
        <p:spPr>
          <a:xfrm>
            <a:off x="361975" y="537642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6">
  <p:cSld name="CUSTOM_1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body" idx="2"/>
          </p:nvPr>
        </p:nvSpPr>
        <p:spPr>
          <a:xfrm>
            <a:off x="5659300" y="3764525"/>
            <a:ext cx="2931300" cy="8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83" name="Google Shape;283;p33"/>
          <p:cNvSpPr txBox="1">
            <a:spLocks noGrp="1"/>
          </p:cNvSpPr>
          <p:nvPr>
            <p:ph type="body" idx="3"/>
          </p:nvPr>
        </p:nvSpPr>
        <p:spPr>
          <a:xfrm>
            <a:off x="5659350" y="1715800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84" name="Google Shape;284;p33"/>
          <p:cNvSpPr txBox="1">
            <a:spLocks noGrp="1"/>
          </p:cNvSpPr>
          <p:nvPr>
            <p:ph type="subTitle" idx="4"/>
          </p:nvPr>
        </p:nvSpPr>
        <p:spPr>
          <a:xfrm>
            <a:off x="5659350" y="1162000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body" idx="5"/>
          </p:nvPr>
        </p:nvSpPr>
        <p:spPr>
          <a:xfrm>
            <a:off x="5659350" y="2986225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ubTitle" idx="6"/>
          </p:nvPr>
        </p:nvSpPr>
        <p:spPr>
          <a:xfrm>
            <a:off x="5659350" y="2432425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>
  <p:cSld name="BLANK_1_1_1_1_1_1_1_1_1_1_1_2_1_1_3_1_1"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>
            <a:spLocks noGrp="1"/>
          </p:cNvSpPr>
          <p:nvPr>
            <p:ph type="body" idx="1"/>
          </p:nvPr>
        </p:nvSpPr>
        <p:spPr>
          <a:xfrm>
            <a:off x="4823525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2"/>
          </p:nvPr>
        </p:nvSpPr>
        <p:spPr>
          <a:xfrm>
            <a:off x="6948350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title"/>
          </p:nvPr>
        </p:nvSpPr>
        <p:spPr>
          <a:xfrm>
            <a:off x="359200" y="1067375"/>
            <a:ext cx="39963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body" idx="4"/>
          </p:nvPr>
        </p:nvSpPr>
        <p:spPr>
          <a:xfrm>
            <a:off x="346275" y="3390625"/>
            <a:ext cx="3996300" cy="141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5"/>
          </p:nvPr>
        </p:nvSpPr>
        <p:spPr>
          <a:xfrm>
            <a:off x="4823525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body" idx="6"/>
          </p:nvPr>
        </p:nvSpPr>
        <p:spPr>
          <a:xfrm>
            <a:off x="6948350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7"/>
          </p:nvPr>
        </p:nvSpPr>
        <p:spPr>
          <a:xfrm>
            <a:off x="6948350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8"/>
          </p:nvPr>
        </p:nvSpPr>
        <p:spPr>
          <a:xfrm>
            <a:off x="4823525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subTitle" idx="9"/>
          </p:nvPr>
        </p:nvSpPr>
        <p:spPr>
          <a:xfrm>
            <a:off x="4823525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subTitle" idx="13"/>
          </p:nvPr>
        </p:nvSpPr>
        <p:spPr>
          <a:xfrm>
            <a:off x="6948350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02" name="Google Shape;302;p34"/>
          <p:cNvSpPr txBox="1">
            <a:spLocks noGrp="1"/>
          </p:cNvSpPr>
          <p:nvPr>
            <p:ph type="subTitle" idx="14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CUSTOM_27">
    <p:bg>
      <p:bgPr>
        <a:solidFill>
          <a:schemeClr val="l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06" name="Google Shape;306;p3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35"/>
          <p:cNvSpPr txBox="1">
            <a:spLocks noGrp="1"/>
          </p:cNvSpPr>
          <p:nvPr>
            <p:ph type="body" idx="2"/>
          </p:nvPr>
        </p:nvSpPr>
        <p:spPr>
          <a:xfrm>
            <a:off x="3561200" y="1650500"/>
            <a:ext cx="4311300" cy="483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08" name="Google Shape;308;p35"/>
          <p:cNvSpPr txBox="1">
            <a:spLocks noGrp="1"/>
          </p:cNvSpPr>
          <p:nvPr>
            <p:ph type="subTitle" idx="3"/>
          </p:nvPr>
        </p:nvSpPr>
        <p:spPr>
          <a:xfrm>
            <a:off x="3561190" y="1258875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body" idx="4"/>
          </p:nvPr>
        </p:nvSpPr>
        <p:spPr>
          <a:xfrm>
            <a:off x="3561200" y="27455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5"/>
          </p:nvPr>
        </p:nvSpPr>
        <p:spPr>
          <a:xfrm>
            <a:off x="3561190" y="2411024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body" idx="6"/>
          </p:nvPr>
        </p:nvSpPr>
        <p:spPr>
          <a:xfrm>
            <a:off x="3561200" y="38906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subTitle" idx="7"/>
          </p:nvPr>
        </p:nvSpPr>
        <p:spPr>
          <a:xfrm>
            <a:off x="3561190" y="3556273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/>
          </p:nvPr>
        </p:nvSpPr>
        <p:spPr>
          <a:xfrm>
            <a:off x="353550" y="1066100"/>
            <a:ext cx="26745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body" idx="8"/>
          </p:nvPr>
        </p:nvSpPr>
        <p:spPr>
          <a:xfrm>
            <a:off x="353550" y="1592450"/>
            <a:ext cx="2674500" cy="28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ubTitle" idx="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28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19" name="Google Shape;319;p3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36"/>
          <p:cNvSpPr txBox="1">
            <a:spLocks noGrp="1"/>
          </p:cNvSpPr>
          <p:nvPr>
            <p:ph type="body" idx="2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21" name="Google Shape;321;p36"/>
          <p:cNvSpPr txBox="1">
            <a:spLocks noGrp="1"/>
          </p:cNvSpPr>
          <p:nvPr>
            <p:ph type="subTitle" idx="3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22" name="Google Shape;322;p36"/>
          <p:cNvSpPr txBox="1">
            <a:spLocks noGrp="1"/>
          </p:cNvSpPr>
          <p:nvPr>
            <p:ph type="body" idx="4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body" idx="5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24" name="Google Shape;324;p36"/>
          <p:cNvSpPr txBox="1">
            <a:spLocks noGrp="1"/>
          </p:cNvSpPr>
          <p:nvPr>
            <p:ph type="subTitle" idx="6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25" name="Google Shape;325;p36"/>
          <p:cNvSpPr txBox="1">
            <a:spLocks noGrp="1"/>
          </p:cNvSpPr>
          <p:nvPr>
            <p:ph type="body" idx="7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subTitle" idx="8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27" name="Google Shape;327;p36"/>
          <p:cNvSpPr txBox="1">
            <a:spLocks noGrp="1"/>
          </p:cNvSpPr>
          <p:nvPr>
            <p:ph type="title" hasCustomPrompt="1"/>
          </p:nvPr>
        </p:nvSpPr>
        <p:spPr>
          <a:xfrm>
            <a:off x="3597475" y="680400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328" name="Google Shape;328;p36"/>
          <p:cNvSpPr txBox="1">
            <a:spLocks noGrp="1"/>
          </p:cNvSpPr>
          <p:nvPr>
            <p:ph type="title" idx="9" hasCustomPrompt="1"/>
          </p:nvPr>
        </p:nvSpPr>
        <p:spPr>
          <a:xfrm>
            <a:off x="3597475" y="2127395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329" name="Google Shape;329;p36"/>
          <p:cNvSpPr txBox="1">
            <a:spLocks noGrp="1"/>
          </p:cNvSpPr>
          <p:nvPr>
            <p:ph type="title" idx="13" hasCustomPrompt="1"/>
          </p:nvPr>
        </p:nvSpPr>
        <p:spPr>
          <a:xfrm>
            <a:off x="3597475" y="3591200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330" name="Google Shape;330;p36"/>
          <p:cNvSpPr txBox="1">
            <a:spLocks noGrp="1"/>
          </p:cNvSpPr>
          <p:nvPr>
            <p:ph type="subTitle" idx="14"/>
          </p:nvPr>
        </p:nvSpPr>
        <p:spPr>
          <a:xfrm>
            <a:off x="361975" y="539900"/>
            <a:ext cx="28503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4"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>
            <a:spLocks noGrp="1"/>
          </p:cNvSpPr>
          <p:nvPr>
            <p:ph type="pic" idx="2"/>
          </p:nvPr>
        </p:nvSpPr>
        <p:spPr>
          <a:xfrm>
            <a:off x="6773700" y="1600350"/>
            <a:ext cx="2001300" cy="605100"/>
          </a:xfrm>
          <a:prstGeom prst="roundRect">
            <a:avLst>
              <a:gd name="adj" fmla="val 27045"/>
            </a:avLst>
          </a:prstGeom>
          <a:noFill/>
          <a:ln>
            <a:noFill/>
          </a:ln>
        </p:spPr>
      </p:sp>
      <p:sp>
        <p:nvSpPr>
          <p:cNvPr id="334" name="Google Shape;334;p37"/>
          <p:cNvSpPr>
            <a:spLocks noGrp="1"/>
          </p:cNvSpPr>
          <p:nvPr>
            <p:ph type="pic" idx="3"/>
          </p:nvPr>
        </p:nvSpPr>
        <p:spPr>
          <a:xfrm>
            <a:off x="4636725" y="1600350"/>
            <a:ext cx="2001300" cy="605100"/>
          </a:xfrm>
          <a:prstGeom prst="roundRect">
            <a:avLst>
              <a:gd name="adj" fmla="val 25760"/>
            </a:avLst>
          </a:prstGeom>
          <a:noFill/>
          <a:ln>
            <a:noFill/>
          </a:ln>
        </p:spPr>
      </p:sp>
      <p:sp>
        <p:nvSpPr>
          <p:cNvPr id="335" name="Google Shape;335;p37"/>
          <p:cNvSpPr>
            <a:spLocks noGrp="1"/>
          </p:cNvSpPr>
          <p:nvPr>
            <p:ph type="pic" idx="4"/>
          </p:nvPr>
        </p:nvSpPr>
        <p:spPr>
          <a:xfrm>
            <a:off x="2499750" y="1600350"/>
            <a:ext cx="2005200" cy="605100"/>
          </a:xfrm>
          <a:prstGeom prst="roundRect">
            <a:avLst>
              <a:gd name="adj" fmla="val 25545"/>
            </a:avLst>
          </a:prstGeom>
          <a:noFill/>
          <a:ln>
            <a:noFill/>
          </a:ln>
        </p:spPr>
      </p:sp>
      <p:sp>
        <p:nvSpPr>
          <p:cNvPr id="336" name="Google Shape;336;p37"/>
          <p:cNvSpPr>
            <a:spLocks noGrp="1"/>
          </p:cNvSpPr>
          <p:nvPr>
            <p:ph type="pic" idx="5"/>
          </p:nvPr>
        </p:nvSpPr>
        <p:spPr>
          <a:xfrm>
            <a:off x="361950" y="1600350"/>
            <a:ext cx="2001300" cy="605100"/>
          </a:xfrm>
          <a:prstGeom prst="roundRect">
            <a:avLst>
              <a:gd name="adj" fmla="val 26529"/>
            </a:avLst>
          </a:prstGeom>
          <a:noFill/>
          <a:ln>
            <a:noFill/>
          </a:ln>
        </p:spPr>
      </p:sp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39" name="Google Shape;339;p3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37"/>
          <p:cNvSpPr txBox="1">
            <a:spLocks noGrp="1"/>
          </p:cNvSpPr>
          <p:nvPr>
            <p:ph type="subTitle" idx="6"/>
          </p:nvPr>
        </p:nvSpPr>
        <p:spPr>
          <a:xfrm>
            <a:off x="528567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41" name="Google Shape;341;p37"/>
          <p:cNvSpPr txBox="1">
            <a:spLocks noGrp="1"/>
          </p:cNvSpPr>
          <p:nvPr>
            <p:ph type="subTitle" idx="7"/>
          </p:nvPr>
        </p:nvSpPr>
        <p:spPr>
          <a:xfrm>
            <a:off x="2664436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42" name="Google Shape;342;p37"/>
          <p:cNvSpPr txBox="1">
            <a:spLocks noGrp="1"/>
          </p:cNvSpPr>
          <p:nvPr>
            <p:ph type="subTitle" idx="8"/>
          </p:nvPr>
        </p:nvSpPr>
        <p:spPr>
          <a:xfrm>
            <a:off x="4803102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43" name="Google Shape;343;p37"/>
          <p:cNvSpPr txBox="1">
            <a:spLocks noGrp="1"/>
          </p:cNvSpPr>
          <p:nvPr>
            <p:ph type="subTitle" idx="9"/>
          </p:nvPr>
        </p:nvSpPr>
        <p:spPr>
          <a:xfrm>
            <a:off x="6938513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44" name="Google Shape;344;p37"/>
          <p:cNvSpPr txBox="1">
            <a:spLocks noGrp="1"/>
          </p:cNvSpPr>
          <p:nvPr>
            <p:ph type="subTitle" idx="13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CUSTOM_1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8"/>
          <p:cNvSpPr txBox="1">
            <a:spLocks noGrp="1"/>
          </p:cNvSpPr>
          <p:nvPr>
            <p:ph type="subTitle" idx="2"/>
          </p:nvPr>
        </p:nvSpPr>
        <p:spPr>
          <a:xfrm>
            <a:off x="494689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50" name="Google Shape;350;p38"/>
          <p:cNvSpPr txBox="1">
            <a:spLocks noGrp="1"/>
          </p:cNvSpPr>
          <p:nvPr>
            <p:ph type="body" idx="3"/>
          </p:nvPr>
        </p:nvSpPr>
        <p:spPr>
          <a:xfrm>
            <a:off x="494689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51" name="Google Shape;351;p38"/>
          <p:cNvSpPr txBox="1">
            <a:spLocks noGrp="1"/>
          </p:cNvSpPr>
          <p:nvPr>
            <p:ph type="subTitle" idx="4"/>
          </p:nvPr>
        </p:nvSpPr>
        <p:spPr>
          <a:xfrm>
            <a:off x="22035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52" name="Google Shape;352;p38"/>
          <p:cNvSpPr txBox="1">
            <a:spLocks noGrp="1"/>
          </p:cNvSpPr>
          <p:nvPr>
            <p:ph type="body" idx="5"/>
          </p:nvPr>
        </p:nvSpPr>
        <p:spPr>
          <a:xfrm>
            <a:off x="22035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53" name="Google Shape;353;p38"/>
          <p:cNvSpPr txBox="1">
            <a:spLocks noGrp="1"/>
          </p:cNvSpPr>
          <p:nvPr>
            <p:ph type="subTitle" idx="6"/>
          </p:nvPr>
        </p:nvSpPr>
        <p:spPr>
          <a:xfrm>
            <a:off x="391239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54" name="Google Shape;354;p38"/>
          <p:cNvSpPr txBox="1">
            <a:spLocks noGrp="1"/>
          </p:cNvSpPr>
          <p:nvPr>
            <p:ph type="body" idx="7"/>
          </p:nvPr>
        </p:nvSpPr>
        <p:spPr>
          <a:xfrm>
            <a:off x="391239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subTitle" idx="8"/>
          </p:nvPr>
        </p:nvSpPr>
        <p:spPr>
          <a:xfrm>
            <a:off x="56210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56" name="Google Shape;356;p38"/>
          <p:cNvSpPr txBox="1">
            <a:spLocks noGrp="1"/>
          </p:cNvSpPr>
          <p:nvPr>
            <p:ph type="body" idx="9"/>
          </p:nvPr>
        </p:nvSpPr>
        <p:spPr>
          <a:xfrm>
            <a:off x="56210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3"/>
          </p:nvPr>
        </p:nvSpPr>
        <p:spPr>
          <a:xfrm>
            <a:off x="7329172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58" name="Google Shape;358;p38"/>
          <p:cNvSpPr txBox="1">
            <a:spLocks noGrp="1"/>
          </p:cNvSpPr>
          <p:nvPr>
            <p:ph type="body" idx="14"/>
          </p:nvPr>
        </p:nvSpPr>
        <p:spPr>
          <a:xfrm>
            <a:off x="7329172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59" name="Google Shape;359;p38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60" name="Google Shape;360;p38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1_1_1_1">
    <p:bg>
      <p:bgPr>
        <a:solidFill>
          <a:schemeClr val="dk1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9"/>
          <p:cNvSpPr txBox="1">
            <a:spLocks noGrp="1"/>
          </p:cNvSpPr>
          <p:nvPr>
            <p:ph type="title"/>
          </p:nvPr>
        </p:nvSpPr>
        <p:spPr>
          <a:xfrm>
            <a:off x="361975" y="555540"/>
            <a:ext cx="8414700" cy="27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64" name="Google Shape;364;p39"/>
          <p:cNvSpPr>
            <a:spLocks noGrp="1"/>
          </p:cNvSpPr>
          <p:nvPr>
            <p:ph type="pic" idx="2"/>
          </p:nvPr>
        </p:nvSpPr>
        <p:spPr>
          <a:xfrm>
            <a:off x="342975" y="3777050"/>
            <a:ext cx="1002900" cy="100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5" name="Google Shape;365;p39"/>
          <p:cNvSpPr txBox="1">
            <a:spLocks noGrp="1"/>
          </p:cNvSpPr>
          <p:nvPr>
            <p:ph type="subTitle" idx="1"/>
          </p:nvPr>
        </p:nvSpPr>
        <p:spPr>
          <a:xfrm>
            <a:off x="1345875" y="39584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66" name="Google Shape;366;p39"/>
          <p:cNvSpPr txBox="1">
            <a:spLocks noGrp="1"/>
          </p:cNvSpPr>
          <p:nvPr>
            <p:ph type="subTitle" idx="3"/>
          </p:nvPr>
        </p:nvSpPr>
        <p:spPr>
          <a:xfrm>
            <a:off x="1345875" y="42785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7" name="Google Shape;367;p3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68" name="Google Shape;368;p39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Alt 1">
  <p:cSld name="CUSTOM_7_1_1_1_1_1_1_1_1_1_1_1_1_1_1_1_1_1_1_1_1_1">
    <p:bg>
      <p:bgPr>
        <a:solidFill>
          <a:schemeClr val="lt1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 txBox="1">
            <a:spLocks noGrp="1"/>
          </p:cNvSpPr>
          <p:nvPr>
            <p:ph type="subTitle" idx="1"/>
          </p:nvPr>
        </p:nvSpPr>
        <p:spPr>
          <a:xfrm>
            <a:off x="608070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40"/>
          <p:cNvSpPr txBox="1">
            <a:spLocks noGrp="1"/>
          </p:cNvSpPr>
          <p:nvPr>
            <p:ph type="title"/>
          </p:nvPr>
        </p:nvSpPr>
        <p:spPr>
          <a:xfrm>
            <a:off x="3502650" y="1350300"/>
            <a:ext cx="4882800" cy="22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373" name="Google Shape;373;p4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74" name="Google Shape;374;p40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5" name="Google Shape;375;p40"/>
          <p:cNvSpPr txBox="1">
            <a:spLocks noGrp="1"/>
          </p:cNvSpPr>
          <p:nvPr>
            <p:ph type="subTitle" idx="3"/>
          </p:nvPr>
        </p:nvSpPr>
        <p:spPr>
          <a:xfrm>
            <a:off x="350265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376" name="Google Shape;376;p40"/>
          <p:cNvSpPr>
            <a:spLocks noGrp="1"/>
          </p:cNvSpPr>
          <p:nvPr>
            <p:ph type="pic" idx="4"/>
          </p:nvPr>
        </p:nvSpPr>
        <p:spPr>
          <a:xfrm>
            <a:off x="361975" y="1215200"/>
            <a:ext cx="2920200" cy="295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CUSTOM_2">
    <p:bg>
      <p:bgPr>
        <a:solidFill>
          <a:schemeClr val="dk1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1"/>
          <p:cNvSpPr txBox="1">
            <a:spLocks noGrp="1"/>
          </p:cNvSpPr>
          <p:nvPr>
            <p:ph type="body" idx="1"/>
          </p:nvPr>
        </p:nvSpPr>
        <p:spPr>
          <a:xfrm>
            <a:off x="359200" y="1801500"/>
            <a:ext cx="4029000" cy="300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380" name="Google Shape;380;p4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81" name="Google Shape;381;p41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2" name="Google Shape;382;p41"/>
          <p:cNvSpPr>
            <a:spLocks noGrp="1"/>
          </p:cNvSpPr>
          <p:nvPr>
            <p:ph type="pic" idx="3"/>
          </p:nvPr>
        </p:nvSpPr>
        <p:spPr>
          <a:xfrm>
            <a:off x="4637525" y="612800"/>
            <a:ext cx="4131600" cy="4167000"/>
          </a:xfrm>
          <a:prstGeom prst="roundRect">
            <a:avLst>
              <a:gd name="adj" fmla="val 6598"/>
            </a:avLst>
          </a:prstGeom>
          <a:noFill/>
          <a:ln>
            <a:noFill/>
          </a:ln>
        </p:spPr>
      </p:sp>
      <p:sp>
        <p:nvSpPr>
          <p:cNvPr id="383" name="Google Shape;383;p41"/>
          <p:cNvSpPr txBox="1">
            <a:spLocks noGrp="1"/>
          </p:cNvSpPr>
          <p:nvPr>
            <p:ph type="subTitle" idx="4"/>
          </p:nvPr>
        </p:nvSpPr>
        <p:spPr>
          <a:xfrm>
            <a:off x="361975" y="539900"/>
            <a:ext cx="4131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1">
  <p:cSld name="CUSTOM_2_1">
    <p:bg>
      <p:bgPr>
        <a:solidFill>
          <a:schemeClr val="dk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2"/>
          <p:cNvSpPr txBox="1">
            <a:spLocks noGrp="1"/>
          </p:cNvSpPr>
          <p:nvPr>
            <p:ph type="title"/>
          </p:nvPr>
        </p:nvSpPr>
        <p:spPr>
          <a:xfrm>
            <a:off x="3843300" y="870251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387" name="Google Shape;387;p42"/>
          <p:cNvSpPr>
            <a:spLocks noGrp="1"/>
          </p:cNvSpPr>
          <p:nvPr>
            <p:ph type="pic" idx="2"/>
          </p:nvPr>
        </p:nvSpPr>
        <p:spPr>
          <a:xfrm>
            <a:off x="361975" y="612800"/>
            <a:ext cx="3224400" cy="4167000"/>
          </a:xfrm>
          <a:prstGeom prst="roundRect">
            <a:avLst>
              <a:gd name="adj" fmla="val 4717"/>
            </a:avLst>
          </a:prstGeom>
          <a:noFill/>
          <a:ln>
            <a:noFill/>
          </a:ln>
        </p:spPr>
      </p:sp>
      <p:sp>
        <p:nvSpPr>
          <p:cNvPr id="388" name="Google Shape;388;p42"/>
          <p:cNvSpPr txBox="1">
            <a:spLocks noGrp="1"/>
          </p:cNvSpPr>
          <p:nvPr>
            <p:ph type="body" idx="1"/>
          </p:nvPr>
        </p:nvSpPr>
        <p:spPr>
          <a:xfrm>
            <a:off x="3843300" y="4195275"/>
            <a:ext cx="4933500" cy="58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subTitle" idx="3"/>
          </p:nvPr>
        </p:nvSpPr>
        <p:spPr>
          <a:xfrm>
            <a:off x="3843300" y="614476"/>
            <a:ext cx="49335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0" name="Google Shape;390;p42"/>
          <p:cNvSpPr txBox="1">
            <a:spLocks noGrp="1"/>
          </p:cNvSpPr>
          <p:nvPr>
            <p:ph type="title" idx="4"/>
          </p:nvPr>
        </p:nvSpPr>
        <p:spPr>
          <a:xfrm>
            <a:off x="3843300" y="1210976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391" name="Google Shape;391;p42"/>
          <p:cNvSpPr txBox="1">
            <a:spLocks noGrp="1"/>
          </p:cNvSpPr>
          <p:nvPr>
            <p:ph type="title" idx="5"/>
          </p:nvPr>
        </p:nvSpPr>
        <p:spPr>
          <a:xfrm>
            <a:off x="3843300" y="1801500"/>
            <a:ext cx="4933500" cy="18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92" name="Google Shape;392;p4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93" name="Google Shape;393;p42"/>
          <p:cNvSpPr txBox="1">
            <a:spLocks noGrp="1"/>
          </p:cNvSpPr>
          <p:nvPr>
            <p:ph type="subTitle" idx="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2">
  <p:cSld name="CUSTOM_2_1_3">
    <p:bg>
      <p:bgPr>
        <a:solidFill>
          <a:schemeClr val="dk1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3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98" name="Google Shape;398;p43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43"/>
          <p:cNvSpPr txBox="1">
            <a:spLocks noGrp="1"/>
          </p:cNvSpPr>
          <p:nvPr>
            <p:ph type="body" idx="3"/>
          </p:nvPr>
        </p:nvSpPr>
        <p:spPr>
          <a:xfrm>
            <a:off x="361975" y="2947875"/>
            <a:ext cx="4163100" cy="1833600"/>
          </a:xfrm>
          <a:prstGeom prst="rect">
            <a:avLst/>
          </a:prstGeom>
        </p:spPr>
        <p:txBody>
          <a:bodyPr spcFirstLastPara="1" wrap="square" lIns="0" tIns="13715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/>
          </p:nvPr>
        </p:nvSpPr>
        <p:spPr>
          <a:xfrm>
            <a:off x="337200" y="1066100"/>
            <a:ext cx="8375700" cy="18819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6">
  <p:cSld name="CUSTOM_2_1_1_1">
    <p:bg>
      <p:bgPr>
        <a:solidFill>
          <a:schemeClr val="dk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4"/>
          <p:cNvSpPr txBox="1">
            <a:spLocks noGrp="1"/>
          </p:cNvSpPr>
          <p:nvPr>
            <p:ph type="title"/>
          </p:nvPr>
        </p:nvSpPr>
        <p:spPr>
          <a:xfrm>
            <a:off x="361965" y="2535325"/>
            <a:ext cx="6346800" cy="228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44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_5">
    <p:bg>
      <p:bgPr>
        <a:solidFill>
          <a:schemeClr val="dk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5"/>
          <p:cNvSpPr txBox="1">
            <a:spLocks noGrp="1"/>
          </p:cNvSpPr>
          <p:nvPr>
            <p:ph type="title"/>
          </p:nvPr>
        </p:nvSpPr>
        <p:spPr>
          <a:xfrm>
            <a:off x="2504817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10" name="Google Shape;410;p45"/>
          <p:cNvSpPr txBox="1">
            <a:spLocks noGrp="1"/>
          </p:cNvSpPr>
          <p:nvPr>
            <p:ph type="subTitle" idx="1"/>
          </p:nvPr>
        </p:nvSpPr>
        <p:spPr>
          <a:xfrm>
            <a:off x="2504817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11" name="Google Shape;411;p45"/>
          <p:cNvSpPr>
            <a:spLocks noGrp="1"/>
          </p:cNvSpPr>
          <p:nvPr>
            <p:ph type="pic" idx="2"/>
          </p:nvPr>
        </p:nvSpPr>
        <p:spPr>
          <a:xfrm>
            <a:off x="28241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2" name="Google Shape;412;p45"/>
          <p:cNvSpPr txBox="1">
            <a:spLocks noGrp="1"/>
          </p:cNvSpPr>
          <p:nvPr>
            <p:ph type="title" idx="3"/>
          </p:nvPr>
        </p:nvSpPr>
        <p:spPr>
          <a:xfrm>
            <a:off x="36835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13" name="Google Shape;413;p45"/>
          <p:cNvSpPr txBox="1">
            <a:spLocks noGrp="1"/>
          </p:cNvSpPr>
          <p:nvPr>
            <p:ph type="subTitle" idx="4"/>
          </p:nvPr>
        </p:nvSpPr>
        <p:spPr>
          <a:xfrm>
            <a:off x="36835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14" name="Google Shape;414;p45"/>
          <p:cNvSpPr>
            <a:spLocks noGrp="1"/>
          </p:cNvSpPr>
          <p:nvPr>
            <p:ph type="pic" idx="5"/>
          </p:nvPr>
        </p:nvSpPr>
        <p:spPr>
          <a:xfrm>
            <a:off x="68770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5" name="Google Shape;415;p45"/>
          <p:cNvSpPr txBox="1">
            <a:spLocks noGrp="1"/>
          </p:cNvSpPr>
          <p:nvPr>
            <p:ph type="title" idx="6"/>
          </p:nvPr>
        </p:nvSpPr>
        <p:spPr>
          <a:xfrm>
            <a:off x="677880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16" name="Google Shape;416;p45"/>
          <p:cNvSpPr txBox="1">
            <a:spLocks noGrp="1"/>
          </p:cNvSpPr>
          <p:nvPr>
            <p:ph type="subTitle" idx="7"/>
          </p:nvPr>
        </p:nvSpPr>
        <p:spPr>
          <a:xfrm>
            <a:off x="677880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17" name="Google Shape;417;p45"/>
          <p:cNvSpPr>
            <a:spLocks noGrp="1"/>
          </p:cNvSpPr>
          <p:nvPr>
            <p:ph type="pic" idx="8"/>
          </p:nvPr>
        </p:nvSpPr>
        <p:spPr>
          <a:xfrm>
            <a:off x="709815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8" name="Google Shape;418;p45"/>
          <p:cNvSpPr txBox="1">
            <a:spLocks noGrp="1"/>
          </p:cNvSpPr>
          <p:nvPr>
            <p:ph type="title" idx="9"/>
          </p:nvPr>
        </p:nvSpPr>
        <p:spPr>
          <a:xfrm>
            <a:off x="4650558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19" name="Google Shape;419;p45"/>
          <p:cNvSpPr txBox="1">
            <a:spLocks noGrp="1"/>
          </p:cNvSpPr>
          <p:nvPr>
            <p:ph type="subTitle" idx="13"/>
          </p:nvPr>
        </p:nvSpPr>
        <p:spPr>
          <a:xfrm>
            <a:off x="4650558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20" name="Google Shape;420;p45"/>
          <p:cNvSpPr>
            <a:spLocks noGrp="1"/>
          </p:cNvSpPr>
          <p:nvPr>
            <p:ph type="pic" idx="14"/>
          </p:nvPr>
        </p:nvSpPr>
        <p:spPr>
          <a:xfrm>
            <a:off x="49696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1" name="Google Shape;421;p4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22" name="Google Shape;422;p45"/>
          <p:cNvSpPr txBox="1">
            <a:spLocks noGrp="1"/>
          </p:cNvSpPr>
          <p:nvPr>
            <p:ph type="subTitle" idx="15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45"/>
          <p:cNvSpPr txBox="1">
            <a:spLocks noGrp="1"/>
          </p:cNvSpPr>
          <p:nvPr>
            <p:ph type="subTitle" idx="16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Alt 2">
  <p:cSld name="CUSTOM_6">
    <p:bg>
      <p:bgPr>
        <a:solidFill>
          <a:schemeClr val="dk1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6"/>
          <p:cNvSpPr>
            <a:spLocks noGrp="1"/>
          </p:cNvSpPr>
          <p:nvPr>
            <p:ph type="pic" idx="2"/>
          </p:nvPr>
        </p:nvSpPr>
        <p:spPr>
          <a:xfrm>
            <a:off x="36197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27" name="Google Shape;427;p46"/>
          <p:cNvSpPr>
            <a:spLocks noGrp="1"/>
          </p:cNvSpPr>
          <p:nvPr>
            <p:ph type="pic" idx="3"/>
          </p:nvPr>
        </p:nvSpPr>
        <p:spPr>
          <a:xfrm>
            <a:off x="36197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36197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30" name="Google Shape;430;p4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46"/>
          <p:cNvSpPr txBox="1">
            <a:spLocks noGrp="1"/>
          </p:cNvSpPr>
          <p:nvPr>
            <p:ph type="title" idx="4"/>
          </p:nvPr>
        </p:nvSpPr>
        <p:spPr>
          <a:xfrm>
            <a:off x="36212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32" name="Google Shape;432;p46"/>
          <p:cNvSpPr>
            <a:spLocks noGrp="1"/>
          </p:cNvSpPr>
          <p:nvPr>
            <p:ph type="pic" idx="5"/>
          </p:nvPr>
        </p:nvSpPr>
        <p:spPr>
          <a:xfrm>
            <a:off x="249975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33" name="Google Shape;433;p46"/>
          <p:cNvSpPr>
            <a:spLocks noGrp="1"/>
          </p:cNvSpPr>
          <p:nvPr>
            <p:ph type="pic" idx="6"/>
          </p:nvPr>
        </p:nvSpPr>
        <p:spPr>
          <a:xfrm>
            <a:off x="249975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34" name="Google Shape;434;p46"/>
          <p:cNvSpPr txBox="1">
            <a:spLocks noGrp="1"/>
          </p:cNvSpPr>
          <p:nvPr>
            <p:ph type="title" idx="7"/>
          </p:nvPr>
        </p:nvSpPr>
        <p:spPr>
          <a:xfrm>
            <a:off x="249975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35" name="Google Shape;435;p46"/>
          <p:cNvSpPr txBox="1">
            <a:spLocks noGrp="1"/>
          </p:cNvSpPr>
          <p:nvPr>
            <p:ph type="title" idx="8"/>
          </p:nvPr>
        </p:nvSpPr>
        <p:spPr>
          <a:xfrm>
            <a:off x="249990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36" name="Google Shape;436;p46"/>
          <p:cNvSpPr>
            <a:spLocks noGrp="1"/>
          </p:cNvSpPr>
          <p:nvPr>
            <p:ph type="pic" idx="9"/>
          </p:nvPr>
        </p:nvSpPr>
        <p:spPr>
          <a:xfrm>
            <a:off x="463752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37" name="Google Shape;437;p46"/>
          <p:cNvSpPr>
            <a:spLocks noGrp="1"/>
          </p:cNvSpPr>
          <p:nvPr>
            <p:ph type="pic" idx="13"/>
          </p:nvPr>
        </p:nvSpPr>
        <p:spPr>
          <a:xfrm>
            <a:off x="463752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38" name="Google Shape;438;p46"/>
          <p:cNvSpPr txBox="1">
            <a:spLocks noGrp="1"/>
          </p:cNvSpPr>
          <p:nvPr>
            <p:ph type="title" idx="14"/>
          </p:nvPr>
        </p:nvSpPr>
        <p:spPr>
          <a:xfrm>
            <a:off x="463752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39" name="Google Shape;439;p46"/>
          <p:cNvSpPr txBox="1">
            <a:spLocks noGrp="1"/>
          </p:cNvSpPr>
          <p:nvPr>
            <p:ph type="title" idx="15"/>
          </p:nvPr>
        </p:nvSpPr>
        <p:spPr>
          <a:xfrm>
            <a:off x="463767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40" name="Google Shape;440;p46"/>
          <p:cNvSpPr>
            <a:spLocks noGrp="1"/>
          </p:cNvSpPr>
          <p:nvPr>
            <p:ph type="pic" idx="16"/>
          </p:nvPr>
        </p:nvSpPr>
        <p:spPr>
          <a:xfrm>
            <a:off x="677530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41" name="Google Shape;441;p46"/>
          <p:cNvSpPr>
            <a:spLocks noGrp="1"/>
          </p:cNvSpPr>
          <p:nvPr>
            <p:ph type="pic" idx="17"/>
          </p:nvPr>
        </p:nvSpPr>
        <p:spPr>
          <a:xfrm>
            <a:off x="677530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442" name="Google Shape;442;p46"/>
          <p:cNvSpPr txBox="1">
            <a:spLocks noGrp="1"/>
          </p:cNvSpPr>
          <p:nvPr>
            <p:ph type="title" idx="18"/>
          </p:nvPr>
        </p:nvSpPr>
        <p:spPr>
          <a:xfrm>
            <a:off x="677530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43" name="Google Shape;443;p46"/>
          <p:cNvSpPr txBox="1">
            <a:spLocks noGrp="1"/>
          </p:cNvSpPr>
          <p:nvPr>
            <p:ph type="title" idx="19"/>
          </p:nvPr>
        </p:nvSpPr>
        <p:spPr>
          <a:xfrm>
            <a:off x="677545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7" name="Google Shape;447;p4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5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6" name="Google Shape;466;p5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7" name="Google Shape;467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2" name="Google Shape;472;p5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8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58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7" name="Google Shape;477;p58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8" name="Google Shape;478;p58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9" name="Google Shape;479;p58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0" name="Google Shape;480;p58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1" name="Google Shape;481;p58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5" name="Google Shape;485;p59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88" name="Google Shape;488;p60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0" name="Google Shape;490;p60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1" name="Google Shape;491;p60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1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4" name="Google Shape;494;p61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95" name="Google Shape;495;p61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6" name="Google Shape;496;p61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7" name="Google Shape;497;p61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99" name="Google Shape;499;p61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62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62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62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62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06" name="Google Shape;506;p62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7" name="Google Shape;507;p62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8" name="Google Shape;508;p62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09" name="Google Shape;509;p62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63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5" name="Google Shape;515;p64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64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64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8" name="Google Shape;518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64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0" name="Google Shape;520;p64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5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3" name="Google Shape;523;p65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65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65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6" name="Google Shape;526;p65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65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8" name="Google Shape;528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65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30" name="Google Shape;530;p65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31" name="Google Shape;531;p65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67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67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67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67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67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67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67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67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67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ai Deck Template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9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2" name="Google Shape;552;p69"/>
          <p:cNvSpPr txBox="1">
            <a:spLocks noGrp="1"/>
          </p:cNvSpPr>
          <p:nvPr>
            <p:ph type="title"/>
          </p:nvPr>
        </p:nvSpPr>
        <p:spPr>
          <a:xfrm>
            <a:off x="361969" y="3337797"/>
            <a:ext cx="6276900" cy="14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3" name="Google Shape;553;p69"/>
          <p:cNvSpPr txBox="1">
            <a:spLocks noGrp="1"/>
          </p:cNvSpPr>
          <p:nvPr>
            <p:ph type="subTitle" idx="2"/>
          </p:nvPr>
        </p:nvSpPr>
        <p:spPr>
          <a:xfrm>
            <a:off x="361975" y="2813403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54" name="Google Shape;554;p69" title="Dark theme=white@3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69" y="369297"/>
            <a:ext cx="923182" cy="33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2">
  <p:cSld name="CUSTOM_20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0"/>
          <p:cNvSpPr>
            <a:spLocks noGrp="1"/>
          </p:cNvSpPr>
          <p:nvPr>
            <p:ph type="pic" idx="2"/>
          </p:nvPr>
        </p:nvSpPr>
        <p:spPr>
          <a:xfrm>
            <a:off x="5859469" y="0"/>
            <a:ext cx="32847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58" name="Google Shape;558;p70"/>
          <p:cNvSpPr txBox="1">
            <a:spLocks noGrp="1"/>
          </p:cNvSpPr>
          <p:nvPr>
            <p:ph type="body" idx="1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559" name="Google Shape;559;p70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0" name="Google Shape;560;p70"/>
          <p:cNvSpPr txBox="1">
            <a:spLocks noGrp="1"/>
          </p:cNvSpPr>
          <p:nvPr>
            <p:ph type="subTitle" idx="4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2 1">
  <p:cSld name="CUSTOM_20_1">
    <p:bg>
      <p:bgPr>
        <a:solidFill>
          <a:schemeClr val="dk1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1"/>
          <p:cNvSpPr>
            <a:spLocks noGrp="1"/>
          </p:cNvSpPr>
          <p:nvPr>
            <p:ph type="pic" idx="2"/>
          </p:nvPr>
        </p:nvSpPr>
        <p:spPr>
          <a:xfrm>
            <a:off x="5859469" y="0"/>
            <a:ext cx="32847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563" name="Google Shape;563;p71"/>
          <p:cNvSpPr txBox="1">
            <a:spLocks noGrp="1"/>
          </p:cNvSpPr>
          <p:nvPr>
            <p:ph type="body" idx="1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564" name="Google Shape;564;p71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700"/>
              <a:buNone/>
              <a:defRPr sz="7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565" name="Google Shape;565;p71"/>
          <p:cNvSpPr txBox="1">
            <a:spLocks noGrp="1"/>
          </p:cNvSpPr>
          <p:nvPr>
            <p:ph type="subTitle" idx="4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000"/>
              <a:buNone/>
              <a:defRPr sz="2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3">
  <p:cSld name="CUSTOM_24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69" name="Google Shape;569;p72"/>
          <p:cNvSpPr txBox="1">
            <a:spLocks noGrp="1"/>
          </p:cNvSpPr>
          <p:nvPr>
            <p:ph type="subTitle" idx="1"/>
          </p:nvPr>
        </p:nvSpPr>
        <p:spPr>
          <a:xfrm>
            <a:off x="4918050" y="3138700"/>
            <a:ext cx="36759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0" name="Google Shape;570;p72"/>
          <p:cNvSpPr txBox="1">
            <a:spLocks noGrp="1"/>
          </p:cNvSpPr>
          <p:nvPr>
            <p:ph type="body" idx="2"/>
          </p:nvPr>
        </p:nvSpPr>
        <p:spPr>
          <a:xfrm>
            <a:off x="4918050" y="3409900"/>
            <a:ext cx="3675900" cy="1233000"/>
          </a:xfrm>
          <a:prstGeom prst="rect">
            <a:avLst/>
          </a:prstGeom>
        </p:spPr>
        <p:txBody>
          <a:bodyPr spcFirstLastPara="1" wrap="square" lIns="0" tIns="13715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1" name="Google Shape;571;p72"/>
          <p:cNvSpPr>
            <a:spLocks noGrp="1"/>
          </p:cNvSpPr>
          <p:nvPr>
            <p:ph type="pic" idx="3"/>
          </p:nvPr>
        </p:nvSpPr>
        <p:spPr>
          <a:xfrm>
            <a:off x="4637425" y="1066100"/>
            <a:ext cx="4140600" cy="1806600"/>
          </a:xfrm>
          <a:prstGeom prst="roundRect">
            <a:avLst>
              <a:gd name="adj" fmla="val 14555"/>
            </a:avLst>
          </a:prstGeom>
          <a:noFill/>
          <a:ln>
            <a:noFill/>
          </a:ln>
        </p:spPr>
      </p:sp>
      <p:sp>
        <p:nvSpPr>
          <p:cNvPr id="572" name="Google Shape;572;p72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72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364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4" name="Google Shape;574;p72"/>
          <p:cNvSpPr txBox="1">
            <a:spLocks noGrp="1"/>
          </p:cNvSpPr>
          <p:nvPr>
            <p:ph type="subTitle" idx="5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subtitles">
  <p:cSld name="CUSTOM_21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78" name="Google Shape;578;p7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73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0" name="Google Shape;580;p73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39100" cy="4551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_19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84" name="Google Shape;584;p7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5" name="Google Shape;585;p74"/>
          <p:cNvSpPr txBox="1">
            <a:spLocks noGrp="1"/>
          </p:cNvSpPr>
          <p:nvPr>
            <p:ph type="title"/>
          </p:nvPr>
        </p:nvSpPr>
        <p:spPr>
          <a:xfrm>
            <a:off x="361975" y="552775"/>
            <a:ext cx="8343600" cy="2122800"/>
          </a:xfrm>
          <a:prstGeom prst="rect">
            <a:avLst/>
          </a:prstGeom>
        </p:spPr>
        <p:txBody>
          <a:bodyPr spcFirstLastPara="1" wrap="square" lIns="0" tIns="137150" rIns="13715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86" name="Google Shape;586;p74"/>
          <p:cNvSpPr txBox="1">
            <a:spLocks noGrp="1"/>
          </p:cNvSpPr>
          <p:nvPr>
            <p:ph type="body" idx="2"/>
          </p:nvPr>
        </p:nvSpPr>
        <p:spPr>
          <a:xfrm>
            <a:off x="361975" y="301438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Секции">
  <p:cSld name="CUSTOM_19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7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0" name="Google Shape;590;p75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75"/>
          <p:cNvSpPr txBox="1">
            <a:spLocks noGrp="1"/>
          </p:cNvSpPr>
          <p:nvPr>
            <p:ph type="title"/>
          </p:nvPr>
        </p:nvSpPr>
        <p:spPr>
          <a:xfrm>
            <a:off x="361969" y="369297"/>
            <a:ext cx="6276900" cy="4410600"/>
          </a:xfrm>
          <a:prstGeom prst="rect">
            <a:avLst/>
          </a:prstGeom>
        </p:spPr>
        <p:txBody>
          <a:bodyPr spcFirstLastPara="1" wrap="square" lIns="0" tIns="137150" rIns="13715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2_3_1">
    <p:bg>
      <p:bgPr>
        <a:solidFill>
          <a:schemeClr val="dk1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6"/>
          <p:cNvSpPr txBox="1">
            <a:spLocks noGrp="1"/>
          </p:cNvSpPr>
          <p:nvPr>
            <p:ph type="title" hasCustomPrompt="1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5" name="Google Shape;595;p76"/>
          <p:cNvSpPr txBox="1">
            <a:spLocks noGrp="1"/>
          </p:cNvSpPr>
          <p:nvPr>
            <p:ph type="title" idx="2" hasCustomPrompt="1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6" name="Google Shape;596;p76"/>
          <p:cNvSpPr txBox="1">
            <a:spLocks noGrp="1"/>
          </p:cNvSpPr>
          <p:nvPr>
            <p:ph type="title" idx="3" hasCustomPrompt="1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76"/>
          <p:cNvSpPr txBox="1">
            <a:spLocks noGrp="1"/>
          </p:cNvSpPr>
          <p:nvPr>
            <p:ph type="title" idx="4" hasCustomPrompt="1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8" name="Google Shape;598;p76"/>
          <p:cNvSpPr txBox="1">
            <a:spLocks noGrp="1"/>
          </p:cNvSpPr>
          <p:nvPr>
            <p:ph type="title" idx="5" hasCustomPrompt="1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76"/>
          <p:cNvSpPr txBox="1">
            <a:spLocks noGrp="1"/>
          </p:cNvSpPr>
          <p:nvPr>
            <p:ph type="title" idx="6" hasCustomPrompt="1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0" name="Google Shape;600;p7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01" name="Google Shape;601;p76"/>
          <p:cNvSpPr txBox="1">
            <a:spLocks noGrp="1"/>
          </p:cNvSpPr>
          <p:nvPr>
            <p:ph type="subTitle" idx="1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2" name="Google Shape;602;p76"/>
          <p:cNvSpPr txBox="1">
            <a:spLocks noGrp="1"/>
          </p:cNvSpPr>
          <p:nvPr>
            <p:ph type="subTitle" idx="7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3" name="Google Shape;603;p76"/>
          <p:cNvSpPr txBox="1">
            <a:spLocks noGrp="1"/>
          </p:cNvSpPr>
          <p:nvPr>
            <p:ph type="subTitle" idx="8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4" name="Google Shape;604;p76"/>
          <p:cNvSpPr txBox="1">
            <a:spLocks noGrp="1"/>
          </p:cNvSpPr>
          <p:nvPr>
            <p:ph type="subTitle" idx="9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5" name="Google Shape;605;p76"/>
          <p:cNvSpPr txBox="1">
            <a:spLocks noGrp="1"/>
          </p:cNvSpPr>
          <p:nvPr>
            <p:ph type="subTitle" idx="13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6" name="Google Shape;606;p76"/>
          <p:cNvSpPr txBox="1">
            <a:spLocks noGrp="1"/>
          </p:cNvSpPr>
          <p:nvPr>
            <p:ph type="subTitle" idx="14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7" name="Google Shape;607;p76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Medium"/>
              <a:buNone/>
              <a:defRPr sz="200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None/>
              <a:defRPr sz="14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1_1_1_1_1_1_1_1_1_1_1_2_1_5_1">
    <p:bg>
      <p:bgPr>
        <a:solidFill>
          <a:schemeClr val="dk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11" name="Google Shape;611;p77"/>
          <p:cNvSpPr txBox="1">
            <a:spLocks noGrp="1"/>
          </p:cNvSpPr>
          <p:nvPr>
            <p:ph type="subTitle" idx="1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77"/>
          <p:cNvSpPr txBox="1">
            <a:spLocks noGrp="1"/>
          </p:cNvSpPr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BLANK_1_1_1_1_1_1_1_1_1_1_1_2_1_4">
    <p:bg>
      <p:bgPr>
        <a:solidFill>
          <a:schemeClr val="dk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8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7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17" name="Google Shape;617;p78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78"/>
          <p:cNvSpPr txBox="1">
            <a:spLocks noGrp="1"/>
          </p:cNvSpPr>
          <p:nvPr>
            <p:ph type="subTitle" idx="3"/>
          </p:nvPr>
        </p:nvSpPr>
        <p:spPr>
          <a:xfrm>
            <a:off x="339900" y="24643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9" name="Google Shape;619;p78"/>
          <p:cNvSpPr txBox="1">
            <a:spLocks noGrp="1"/>
          </p:cNvSpPr>
          <p:nvPr>
            <p:ph type="subTitle" idx="4"/>
          </p:nvPr>
        </p:nvSpPr>
        <p:spPr>
          <a:xfrm>
            <a:off x="339900" y="34561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78"/>
          <p:cNvSpPr txBox="1">
            <a:spLocks noGrp="1"/>
          </p:cNvSpPr>
          <p:nvPr>
            <p:ph type="subTitle" idx="5"/>
          </p:nvPr>
        </p:nvSpPr>
        <p:spPr>
          <a:xfrm>
            <a:off x="339900" y="441630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78"/>
          <p:cNvSpPr txBox="1">
            <a:spLocks noGrp="1"/>
          </p:cNvSpPr>
          <p:nvPr>
            <p:ph type="subTitle" idx="6"/>
          </p:nvPr>
        </p:nvSpPr>
        <p:spPr>
          <a:xfrm>
            <a:off x="1365000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78"/>
          <p:cNvSpPr txBox="1">
            <a:spLocks noGrp="1"/>
          </p:cNvSpPr>
          <p:nvPr>
            <p:ph type="subTitle" idx="7"/>
          </p:nvPr>
        </p:nvSpPr>
        <p:spPr>
          <a:xfrm>
            <a:off x="330893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78"/>
          <p:cNvSpPr txBox="1">
            <a:spLocks noGrp="1"/>
          </p:cNvSpPr>
          <p:nvPr>
            <p:ph type="subTitle" idx="8"/>
          </p:nvPr>
        </p:nvSpPr>
        <p:spPr>
          <a:xfrm>
            <a:off x="525288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78"/>
          <p:cNvSpPr txBox="1">
            <a:spLocks noGrp="1"/>
          </p:cNvSpPr>
          <p:nvPr>
            <p:ph type="subTitle" idx="9"/>
          </p:nvPr>
        </p:nvSpPr>
        <p:spPr>
          <a:xfrm>
            <a:off x="7198463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78"/>
          <p:cNvSpPr txBox="1">
            <a:spLocks noGrp="1"/>
          </p:cNvSpPr>
          <p:nvPr>
            <p:ph type="subTitle" idx="13"/>
          </p:nvPr>
        </p:nvSpPr>
        <p:spPr>
          <a:xfrm>
            <a:off x="14885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78"/>
          <p:cNvSpPr txBox="1">
            <a:spLocks noGrp="1"/>
          </p:cNvSpPr>
          <p:nvPr>
            <p:ph type="subTitle" idx="14"/>
          </p:nvPr>
        </p:nvSpPr>
        <p:spPr>
          <a:xfrm>
            <a:off x="34325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7" name="Google Shape;627;p78"/>
          <p:cNvSpPr txBox="1">
            <a:spLocks noGrp="1"/>
          </p:cNvSpPr>
          <p:nvPr>
            <p:ph type="subTitle" idx="15"/>
          </p:nvPr>
        </p:nvSpPr>
        <p:spPr>
          <a:xfrm>
            <a:off x="53749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8" name="Google Shape;628;p78"/>
          <p:cNvSpPr txBox="1">
            <a:spLocks noGrp="1"/>
          </p:cNvSpPr>
          <p:nvPr>
            <p:ph type="subTitle" idx="16"/>
          </p:nvPr>
        </p:nvSpPr>
        <p:spPr>
          <a:xfrm>
            <a:off x="73189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78"/>
          <p:cNvSpPr txBox="1">
            <a:spLocks noGrp="1"/>
          </p:cNvSpPr>
          <p:nvPr>
            <p:ph type="subTitle" idx="17"/>
          </p:nvPr>
        </p:nvSpPr>
        <p:spPr>
          <a:xfrm>
            <a:off x="14885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0" name="Google Shape;630;p78"/>
          <p:cNvSpPr txBox="1">
            <a:spLocks noGrp="1"/>
          </p:cNvSpPr>
          <p:nvPr>
            <p:ph type="subTitle" idx="18"/>
          </p:nvPr>
        </p:nvSpPr>
        <p:spPr>
          <a:xfrm>
            <a:off x="34325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p78"/>
          <p:cNvSpPr txBox="1">
            <a:spLocks noGrp="1"/>
          </p:cNvSpPr>
          <p:nvPr>
            <p:ph type="subTitle" idx="19"/>
          </p:nvPr>
        </p:nvSpPr>
        <p:spPr>
          <a:xfrm>
            <a:off x="53749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2" name="Google Shape;632;p78"/>
          <p:cNvSpPr txBox="1">
            <a:spLocks noGrp="1"/>
          </p:cNvSpPr>
          <p:nvPr>
            <p:ph type="subTitle" idx="20"/>
          </p:nvPr>
        </p:nvSpPr>
        <p:spPr>
          <a:xfrm>
            <a:off x="73189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78"/>
          <p:cNvSpPr txBox="1">
            <a:spLocks noGrp="1"/>
          </p:cNvSpPr>
          <p:nvPr>
            <p:ph type="subTitle" idx="21"/>
          </p:nvPr>
        </p:nvSpPr>
        <p:spPr>
          <a:xfrm>
            <a:off x="14885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4" name="Google Shape;634;p78"/>
          <p:cNvSpPr txBox="1">
            <a:spLocks noGrp="1"/>
          </p:cNvSpPr>
          <p:nvPr>
            <p:ph type="subTitle" idx="22"/>
          </p:nvPr>
        </p:nvSpPr>
        <p:spPr>
          <a:xfrm>
            <a:off x="34325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5" name="Google Shape;635;p78"/>
          <p:cNvSpPr txBox="1">
            <a:spLocks noGrp="1"/>
          </p:cNvSpPr>
          <p:nvPr>
            <p:ph type="subTitle" idx="23"/>
          </p:nvPr>
        </p:nvSpPr>
        <p:spPr>
          <a:xfrm>
            <a:off x="53749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78"/>
          <p:cNvSpPr txBox="1">
            <a:spLocks noGrp="1"/>
          </p:cNvSpPr>
          <p:nvPr>
            <p:ph type="subTitle" idx="24"/>
          </p:nvPr>
        </p:nvSpPr>
        <p:spPr>
          <a:xfrm>
            <a:off x="73189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7" name="Google Shape;637;p78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model">
  <p:cSld name="BLANK_1_1_1_1_1_1_1_1_1_1_1_2_1_2">
    <p:bg>
      <p:bgPr>
        <a:solidFill>
          <a:schemeClr val="dk1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7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41" name="Google Shape;641;p7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79"/>
          <p:cNvSpPr txBox="1">
            <a:spLocks noGrp="1"/>
          </p:cNvSpPr>
          <p:nvPr>
            <p:ph type="subTitle" idx="2"/>
          </p:nvPr>
        </p:nvSpPr>
        <p:spPr>
          <a:xfrm>
            <a:off x="59327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3" name="Google Shape;643;p79"/>
          <p:cNvSpPr txBox="1">
            <a:spLocks noGrp="1"/>
          </p:cNvSpPr>
          <p:nvPr>
            <p:ph type="subTitle" idx="3"/>
          </p:nvPr>
        </p:nvSpPr>
        <p:spPr>
          <a:xfrm>
            <a:off x="59327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4" name="Google Shape;644;p79"/>
          <p:cNvSpPr txBox="1">
            <a:spLocks noGrp="1"/>
          </p:cNvSpPr>
          <p:nvPr>
            <p:ph type="title" hasCustomPrompt="1"/>
          </p:nvPr>
        </p:nvSpPr>
        <p:spPr>
          <a:xfrm>
            <a:off x="418825" y="2066025"/>
            <a:ext cx="1577100" cy="8541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45" name="Google Shape;645;p79"/>
          <p:cNvSpPr txBox="1">
            <a:spLocks noGrp="1"/>
          </p:cNvSpPr>
          <p:nvPr>
            <p:ph type="subTitle" idx="4"/>
          </p:nvPr>
        </p:nvSpPr>
        <p:spPr>
          <a:xfrm>
            <a:off x="22890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6" name="Google Shape;646;p79"/>
          <p:cNvSpPr txBox="1">
            <a:spLocks noGrp="1"/>
          </p:cNvSpPr>
          <p:nvPr>
            <p:ph type="subTitle" idx="5"/>
          </p:nvPr>
        </p:nvSpPr>
        <p:spPr>
          <a:xfrm>
            <a:off x="22890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7" name="Google Shape;647;p79"/>
          <p:cNvSpPr txBox="1">
            <a:spLocks noGrp="1"/>
          </p:cNvSpPr>
          <p:nvPr>
            <p:ph type="title" idx="6" hasCustomPrompt="1"/>
          </p:nvPr>
        </p:nvSpPr>
        <p:spPr>
          <a:xfrm>
            <a:off x="2114575" y="1530675"/>
            <a:ext cx="1577100" cy="8541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48" name="Google Shape;648;p79"/>
          <p:cNvSpPr txBox="1">
            <a:spLocks noGrp="1"/>
          </p:cNvSpPr>
          <p:nvPr>
            <p:ph type="subTitle" idx="7"/>
          </p:nvPr>
        </p:nvSpPr>
        <p:spPr>
          <a:xfrm>
            <a:off x="3998249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9" name="Google Shape;649;p79"/>
          <p:cNvSpPr txBox="1">
            <a:spLocks noGrp="1"/>
          </p:cNvSpPr>
          <p:nvPr>
            <p:ph type="subTitle" idx="8"/>
          </p:nvPr>
        </p:nvSpPr>
        <p:spPr>
          <a:xfrm>
            <a:off x="3998250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0" name="Google Shape;650;p79"/>
          <p:cNvSpPr txBox="1">
            <a:spLocks noGrp="1"/>
          </p:cNvSpPr>
          <p:nvPr>
            <p:ph type="title" idx="9" hasCustomPrompt="1"/>
          </p:nvPr>
        </p:nvSpPr>
        <p:spPr>
          <a:xfrm>
            <a:off x="3823800" y="925225"/>
            <a:ext cx="1577100" cy="8541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51" name="Google Shape;651;p79"/>
          <p:cNvSpPr txBox="1">
            <a:spLocks noGrp="1"/>
          </p:cNvSpPr>
          <p:nvPr>
            <p:ph type="subTitle" idx="13"/>
          </p:nvPr>
        </p:nvSpPr>
        <p:spPr>
          <a:xfrm>
            <a:off x="57007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2" name="Google Shape;652;p79"/>
          <p:cNvSpPr txBox="1">
            <a:spLocks noGrp="1"/>
          </p:cNvSpPr>
          <p:nvPr>
            <p:ph type="subTitle" idx="14"/>
          </p:nvPr>
        </p:nvSpPr>
        <p:spPr>
          <a:xfrm>
            <a:off x="57007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3" name="Google Shape;653;p79"/>
          <p:cNvSpPr txBox="1">
            <a:spLocks noGrp="1"/>
          </p:cNvSpPr>
          <p:nvPr>
            <p:ph type="title" idx="15" hasCustomPrompt="1"/>
          </p:nvPr>
        </p:nvSpPr>
        <p:spPr>
          <a:xfrm>
            <a:off x="5526275" y="2066050"/>
            <a:ext cx="1577100" cy="8541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54" name="Google Shape;654;p79"/>
          <p:cNvSpPr txBox="1">
            <a:spLocks noGrp="1"/>
          </p:cNvSpPr>
          <p:nvPr>
            <p:ph type="subTitle" idx="16"/>
          </p:nvPr>
        </p:nvSpPr>
        <p:spPr>
          <a:xfrm>
            <a:off x="74032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5" name="Google Shape;655;p79"/>
          <p:cNvSpPr txBox="1">
            <a:spLocks noGrp="1"/>
          </p:cNvSpPr>
          <p:nvPr>
            <p:ph type="subTitle" idx="17"/>
          </p:nvPr>
        </p:nvSpPr>
        <p:spPr>
          <a:xfrm>
            <a:off x="74032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79"/>
          <p:cNvSpPr txBox="1">
            <a:spLocks noGrp="1"/>
          </p:cNvSpPr>
          <p:nvPr>
            <p:ph type="title" idx="18" hasCustomPrompt="1"/>
          </p:nvPr>
        </p:nvSpPr>
        <p:spPr>
          <a:xfrm>
            <a:off x="7228775" y="1115525"/>
            <a:ext cx="1577100" cy="8541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57" name="Google Shape;657;p79"/>
          <p:cNvSpPr txBox="1">
            <a:spLocks noGrp="1"/>
          </p:cNvSpPr>
          <p:nvPr>
            <p:ph type="subTitle" idx="1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ple options">
  <p:cSld name="BLANK_1_1_1_1_1_1_1_1_1_1_1_2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0"/>
          <p:cNvSpPr txBox="1">
            <a:spLocks noGrp="1"/>
          </p:cNvSpPr>
          <p:nvPr>
            <p:ph type="body" idx="1"/>
          </p:nvPr>
        </p:nvSpPr>
        <p:spPr>
          <a:xfrm>
            <a:off x="6892719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1" name="Google Shape;661;p80"/>
          <p:cNvSpPr txBox="1">
            <a:spLocks noGrp="1"/>
          </p:cNvSpPr>
          <p:nvPr>
            <p:ph type="body" idx="2"/>
          </p:nvPr>
        </p:nvSpPr>
        <p:spPr>
          <a:xfrm>
            <a:off x="26490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2" name="Google Shape;662;p80"/>
          <p:cNvSpPr txBox="1">
            <a:spLocks noGrp="1"/>
          </p:cNvSpPr>
          <p:nvPr>
            <p:ph type="body" idx="3"/>
          </p:nvPr>
        </p:nvSpPr>
        <p:spPr>
          <a:xfrm>
            <a:off x="47708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3" name="Google Shape;663;p80"/>
          <p:cNvSpPr txBox="1">
            <a:spLocks noGrp="1"/>
          </p:cNvSpPr>
          <p:nvPr>
            <p:ph type="body" idx="4"/>
          </p:nvPr>
        </p:nvSpPr>
        <p:spPr>
          <a:xfrm>
            <a:off x="513318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4" name="Google Shape;664;p80"/>
          <p:cNvSpPr txBox="1">
            <a:spLocks noGrp="1"/>
          </p:cNvSpPr>
          <p:nvPr>
            <p:ph type="subTitle" idx="5"/>
          </p:nvPr>
        </p:nvSpPr>
        <p:spPr>
          <a:xfrm>
            <a:off x="47708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5" name="Google Shape;665;p80"/>
          <p:cNvSpPr txBox="1">
            <a:spLocks noGrp="1"/>
          </p:cNvSpPr>
          <p:nvPr>
            <p:ph type="subTitle" idx="6"/>
          </p:nvPr>
        </p:nvSpPr>
        <p:spPr>
          <a:xfrm>
            <a:off x="26490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6" name="Google Shape;666;p80"/>
          <p:cNvSpPr txBox="1">
            <a:spLocks noGrp="1"/>
          </p:cNvSpPr>
          <p:nvPr>
            <p:ph type="subTitle" idx="7"/>
          </p:nvPr>
        </p:nvSpPr>
        <p:spPr>
          <a:xfrm>
            <a:off x="5133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7" name="Google Shape;667;p80"/>
          <p:cNvSpPr txBox="1">
            <a:spLocks noGrp="1"/>
          </p:cNvSpPr>
          <p:nvPr>
            <p:ph type="subTitle" idx="8"/>
          </p:nvPr>
        </p:nvSpPr>
        <p:spPr>
          <a:xfrm>
            <a:off x="68927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68" name="Google Shape;668;p80"/>
          <p:cNvSpPr txBox="1">
            <a:spLocks noGrp="1"/>
          </p:cNvSpPr>
          <p:nvPr>
            <p:ph type="title"/>
          </p:nvPr>
        </p:nvSpPr>
        <p:spPr>
          <a:xfrm>
            <a:off x="362050" y="1066100"/>
            <a:ext cx="83646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9" name="Google Shape;669;p8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70" name="Google Shape;670;p80"/>
          <p:cNvSpPr txBox="1">
            <a:spLocks noGrp="1"/>
          </p:cNvSpPr>
          <p:nvPr>
            <p:ph type="subTitle" idx="9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1" name="Google Shape;671;p80"/>
          <p:cNvSpPr txBox="1">
            <a:spLocks noGrp="1"/>
          </p:cNvSpPr>
          <p:nvPr>
            <p:ph type="subTitle" idx="13"/>
          </p:nvPr>
        </p:nvSpPr>
        <p:spPr>
          <a:xfrm>
            <a:off x="6892694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2" name="Google Shape;672;p80"/>
          <p:cNvSpPr txBox="1">
            <a:spLocks noGrp="1"/>
          </p:cNvSpPr>
          <p:nvPr>
            <p:ph type="subTitle" idx="14"/>
          </p:nvPr>
        </p:nvSpPr>
        <p:spPr>
          <a:xfrm>
            <a:off x="4770856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3" name="Google Shape;673;p80"/>
          <p:cNvSpPr txBox="1">
            <a:spLocks noGrp="1"/>
          </p:cNvSpPr>
          <p:nvPr>
            <p:ph type="subTitle" idx="15"/>
          </p:nvPr>
        </p:nvSpPr>
        <p:spPr>
          <a:xfrm>
            <a:off x="2648993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4" name="Google Shape;674;p80"/>
          <p:cNvSpPr txBox="1">
            <a:spLocks noGrp="1"/>
          </p:cNvSpPr>
          <p:nvPr>
            <p:ph type="subTitle" idx="16"/>
          </p:nvPr>
        </p:nvSpPr>
        <p:spPr>
          <a:xfrm>
            <a:off x="513318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5" name="Google Shape;675;p80"/>
          <p:cNvSpPr txBox="1">
            <a:spLocks noGrp="1"/>
          </p:cNvSpPr>
          <p:nvPr>
            <p:ph type="subTitle" idx="1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2">
  <p:cSld name="CUSTOM_36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8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79" name="Google Shape;679;p8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0" name="Google Shape;680;p81"/>
          <p:cNvSpPr txBox="1">
            <a:spLocks noGrp="1"/>
          </p:cNvSpPr>
          <p:nvPr>
            <p:ph type="subTitle" idx="2"/>
          </p:nvPr>
        </p:nvSpPr>
        <p:spPr>
          <a:xfrm>
            <a:off x="6309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1" name="Google Shape;681;p81"/>
          <p:cNvSpPr txBox="1">
            <a:spLocks noGrp="1"/>
          </p:cNvSpPr>
          <p:nvPr>
            <p:ph type="subTitle" idx="3"/>
          </p:nvPr>
        </p:nvSpPr>
        <p:spPr>
          <a:xfrm>
            <a:off x="6309306" y="31434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2" name="Google Shape;682;p81"/>
          <p:cNvSpPr txBox="1">
            <a:spLocks noGrp="1"/>
          </p:cNvSpPr>
          <p:nvPr>
            <p:ph type="subTitle" idx="4"/>
          </p:nvPr>
        </p:nvSpPr>
        <p:spPr>
          <a:xfrm>
            <a:off x="3322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3" name="Google Shape;683;p81"/>
          <p:cNvSpPr txBox="1">
            <a:spLocks noGrp="1"/>
          </p:cNvSpPr>
          <p:nvPr>
            <p:ph type="subTitle" idx="5"/>
          </p:nvPr>
        </p:nvSpPr>
        <p:spPr>
          <a:xfrm>
            <a:off x="361981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4" name="Google Shape;684;p81"/>
          <p:cNvSpPr txBox="1">
            <a:spLocks noGrp="1"/>
          </p:cNvSpPr>
          <p:nvPr>
            <p:ph type="body" idx="6"/>
          </p:nvPr>
        </p:nvSpPr>
        <p:spPr>
          <a:xfrm>
            <a:off x="361981" y="1502500"/>
            <a:ext cx="2497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85" name="Google Shape;685;p81"/>
          <p:cNvSpPr txBox="1">
            <a:spLocks noGrp="1"/>
          </p:cNvSpPr>
          <p:nvPr>
            <p:ph type="subTitle" idx="7"/>
          </p:nvPr>
        </p:nvSpPr>
        <p:spPr>
          <a:xfrm>
            <a:off x="339895" y="3143400"/>
            <a:ext cx="50772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6" name="Google Shape;686;p81"/>
          <p:cNvSpPr txBox="1">
            <a:spLocks noGrp="1"/>
          </p:cNvSpPr>
          <p:nvPr>
            <p:ph type="subTitle" idx="8"/>
          </p:nvPr>
        </p:nvSpPr>
        <p:spPr>
          <a:xfrm>
            <a:off x="339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7" name="Google Shape;687;p81"/>
          <p:cNvSpPr txBox="1">
            <a:spLocks noGrp="1"/>
          </p:cNvSpPr>
          <p:nvPr>
            <p:ph type="subTitle" idx="9"/>
          </p:nvPr>
        </p:nvSpPr>
        <p:spPr>
          <a:xfrm>
            <a:off x="1428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8" name="Google Shape;688;p81"/>
          <p:cNvSpPr txBox="1">
            <a:spLocks noGrp="1"/>
          </p:cNvSpPr>
          <p:nvPr>
            <p:ph type="subTitle" idx="13"/>
          </p:nvPr>
        </p:nvSpPr>
        <p:spPr>
          <a:xfrm>
            <a:off x="2516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9" name="Google Shape;689;p81"/>
          <p:cNvSpPr txBox="1">
            <a:spLocks noGrp="1"/>
          </p:cNvSpPr>
          <p:nvPr>
            <p:ph type="subTitle" idx="14"/>
          </p:nvPr>
        </p:nvSpPr>
        <p:spPr>
          <a:xfrm>
            <a:off x="3605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0" name="Google Shape;690;p81"/>
          <p:cNvSpPr txBox="1">
            <a:spLocks noGrp="1"/>
          </p:cNvSpPr>
          <p:nvPr>
            <p:ph type="subTitle" idx="15"/>
          </p:nvPr>
        </p:nvSpPr>
        <p:spPr>
          <a:xfrm>
            <a:off x="4693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1" name="Google Shape;691;p81"/>
          <p:cNvSpPr txBox="1">
            <a:spLocks noGrp="1"/>
          </p:cNvSpPr>
          <p:nvPr>
            <p:ph type="subTitle" idx="16"/>
          </p:nvPr>
        </p:nvSpPr>
        <p:spPr>
          <a:xfrm>
            <a:off x="6309300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2" name="Google Shape;692;p81"/>
          <p:cNvSpPr txBox="1">
            <a:spLocks noGrp="1"/>
          </p:cNvSpPr>
          <p:nvPr>
            <p:ph type="subTitle" idx="17"/>
          </p:nvPr>
        </p:nvSpPr>
        <p:spPr>
          <a:xfrm>
            <a:off x="7578839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3" name="Google Shape;693;p81"/>
          <p:cNvSpPr txBox="1">
            <a:spLocks noGrp="1"/>
          </p:cNvSpPr>
          <p:nvPr>
            <p:ph type="subTitle" idx="18"/>
          </p:nvPr>
        </p:nvSpPr>
        <p:spPr>
          <a:xfrm>
            <a:off x="6309300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4" name="Google Shape;694;p81"/>
          <p:cNvSpPr txBox="1">
            <a:spLocks noGrp="1"/>
          </p:cNvSpPr>
          <p:nvPr>
            <p:ph type="subTitle" idx="19"/>
          </p:nvPr>
        </p:nvSpPr>
        <p:spPr>
          <a:xfrm>
            <a:off x="7578839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5" name="Google Shape;695;p81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3">
  <p:cSld name="BLANK_1_1_1_1_1_1_1_1_1_1_1_2_1_1_3">
    <p:bg>
      <p:bgPr>
        <a:solidFill>
          <a:schemeClr val="lt1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2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190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9" name="Google Shape;699;p8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0" name="Google Shape;700;p8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1" name="Google Shape;701;p82"/>
          <p:cNvSpPr txBox="1">
            <a:spLocks noGrp="1"/>
          </p:cNvSpPr>
          <p:nvPr>
            <p:ph type="subTitle" idx="2"/>
          </p:nvPr>
        </p:nvSpPr>
        <p:spPr>
          <a:xfrm>
            <a:off x="4760178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02" name="Google Shape;702;p82"/>
          <p:cNvSpPr txBox="1">
            <a:spLocks noGrp="1"/>
          </p:cNvSpPr>
          <p:nvPr>
            <p:ph type="body" idx="3"/>
          </p:nvPr>
        </p:nvSpPr>
        <p:spPr>
          <a:xfrm>
            <a:off x="4760178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03" name="Google Shape;703;p82"/>
          <p:cNvSpPr txBox="1">
            <a:spLocks noGrp="1"/>
          </p:cNvSpPr>
          <p:nvPr>
            <p:ph type="subTitle" idx="4"/>
          </p:nvPr>
        </p:nvSpPr>
        <p:spPr>
          <a:xfrm>
            <a:off x="4760178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04" name="Google Shape;704;p82"/>
          <p:cNvSpPr txBox="1">
            <a:spLocks noGrp="1"/>
          </p:cNvSpPr>
          <p:nvPr>
            <p:ph type="body" idx="5"/>
          </p:nvPr>
        </p:nvSpPr>
        <p:spPr>
          <a:xfrm>
            <a:off x="4760178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05" name="Google Shape;705;p82"/>
          <p:cNvSpPr txBox="1">
            <a:spLocks noGrp="1"/>
          </p:cNvSpPr>
          <p:nvPr>
            <p:ph type="subTitle" idx="6"/>
          </p:nvPr>
        </p:nvSpPr>
        <p:spPr>
          <a:xfrm>
            <a:off x="6948350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06" name="Google Shape;706;p82"/>
          <p:cNvSpPr txBox="1">
            <a:spLocks noGrp="1"/>
          </p:cNvSpPr>
          <p:nvPr>
            <p:ph type="body" idx="7"/>
          </p:nvPr>
        </p:nvSpPr>
        <p:spPr>
          <a:xfrm>
            <a:off x="6948350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07" name="Google Shape;707;p82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08" name="Google Shape;708;p82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09" name="Google Shape;709;p82"/>
          <p:cNvSpPr txBox="1">
            <a:spLocks noGrp="1"/>
          </p:cNvSpPr>
          <p:nvPr>
            <p:ph type="subTitle" idx="13"/>
          </p:nvPr>
        </p:nvSpPr>
        <p:spPr>
          <a:xfrm>
            <a:off x="520650" y="3138650"/>
            <a:ext cx="37704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10" name="Google Shape;710;p82"/>
          <p:cNvSpPr txBox="1">
            <a:spLocks noGrp="1"/>
          </p:cNvSpPr>
          <p:nvPr>
            <p:ph type="body" idx="14"/>
          </p:nvPr>
        </p:nvSpPr>
        <p:spPr>
          <a:xfrm>
            <a:off x="520650" y="3409850"/>
            <a:ext cx="37704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11" name="Google Shape;711;p82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5">
  <p:cSld name="BLANK_1_1_1_1_1_1_1_1_1_1_1_2_1_1_3_2">
    <p:bg>
      <p:bgPr>
        <a:solidFill>
          <a:schemeClr val="lt1"/>
        </a:solidFill>
        <a:effectLst/>
      </p:bgPr>
    </p:bg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83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19836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15" name="Google Shape;715;p8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16" name="Google Shape;716;p8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7" name="Google Shape;717;p83"/>
          <p:cNvSpPr txBox="1">
            <a:spLocks noGrp="1"/>
          </p:cNvSpPr>
          <p:nvPr>
            <p:ph type="subTitle" idx="2"/>
          </p:nvPr>
        </p:nvSpPr>
        <p:spPr>
          <a:xfrm>
            <a:off x="4823525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18" name="Google Shape;718;p83"/>
          <p:cNvSpPr txBox="1">
            <a:spLocks noGrp="1"/>
          </p:cNvSpPr>
          <p:nvPr>
            <p:ph type="body" idx="3"/>
          </p:nvPr>
        </p:nvSpPr>
        <p:spPr>
          <a:xfrm>
            <a:off x="4823525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19" name="Google Shape;719;p83"/>
          <p:cNvSpPr txBox="1">
            <a:spLocks noGrp="1"/>
          </p:cNvSpPr>
          <p:nvPr>
            <p:ph type="subTitle" idx="4"/>
          </p:nvPr>
        </p:nvSpPr>
        <p:spPr>
          <a:xfrm>
            <a:off x="482352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20" name="Google Shape;720;p83"/>
          <p:cNvSpPr txBox="1">
            <a:spLocks noGrp="1"/>
          </p:cNvSpPr>
          <p:nvPr>
            <p:ph type="body" idx="5"/>
          </p:nvPr>
        </p:nvSpPr>
        <p:spPr>
          <a:xfrm>
            <a:off x="482352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21" name="Google Shape;721;p83"/>
          <p:cNvSpPr txBox="1">
            <a:spLocks noGrp="1"/>
          </p:cNvSpPr>
          <p:nvPr>
            <p:ph type="subTitle" idx="6"/>
          </p:nvPr>
        </p:nvSpPr>
        <p:spPr>
          <a:xfrm>
            <a:off x="6948350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22" name="Google Shape;722;p83"/>
          <p:cNvSpPr txBox="1">
            <a:spLocks noGrp="1"/>
          </p:cNvSpPr>
          <p:nvPr>
            <p:ph type="body" idx="7"/>
          </p:nvPr>
        </p:nvSpPr>
        <p:spPr>
          <a:xfrm>
            <a:off x="6948350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23" name="Google Shape;723;p83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24" name="Google Shape;724;p83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25" name="Google Shape;725;p83"/>
          <p:cNvSpPr txBox="1">
            <a:spLocks noGrp="1"/>
          </p:cNvSpPr>
          <p:nvPr>
            <p:ph type="subTitle" idx="13"/>
          </p:nvPr>
        </p:nvSpPr>
        <p:spPr>
          <a:xfrm>
            <a:off x="57387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26" name="Google Shape;726;p83"/>
          <p:cNvSpPr txBox="1">
            <a:spLocks noGrp="1"/>
          </p:cNvSpPr>
          <p:nvPr>
            <p:ph type="body" idx="14"/>
          </p:nvPr>
        </p:nvSpPr>
        <p:spPr>
          <a:xfrm>
            <a:off x="57387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27" name="Google Shape;727;p83"/>
          <p:cNvSpPr txBox="1">
            <a:spLocks noGrp="1"/>
          </p:cNvSpPr>
          <p:nvPr>
            <p:ph type="subTitle" idx="15"/>
          </p:nvPr>
        </p:nvSpPr>
        <p:spPr>
          <a:xfrm>
            <a:off x="269870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28" name="Google Shape;728;p83"/>
          <p:cNvSpPr txBox="1">
            <a:spLocks noGrp="1"/>
          </p:cNvSpPr>
          <p:nvPr>
            <p:ph type="body" idx="16"/>
          </p:nvPr>
        </p:nvSpPr>
        <p:spPr>
          <a:xfrm>
            <a:off x="269870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29" name="Google Shape;729;p83"/>
          <p:cNvSpPr txBox="1">
            <a:spLocks noGrp="1"/>
          </p:cNvSpPr>
          <p:nvPr>
            <p:ph type="subTitle" idx="17"/>
          </p:nvPr>
        </p:nvSpPr>
        <p:spPr>
          <a:xfrm>
            <a:off x="2698700" y="1229838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30" name="Google Shape;730;p83"/>
          <p:cNvSpPr txBox="1">
            <a:spLocks noGrp="1"/>
          </p:cNvSpPr>
          <p:nvPr>
            <p:ph type="body" idx="18"/>
          </p:nvPr>
        </p:nvSpPr>
        <p:spPr>
          <a:xfrm>
            <a:off x="2698700" y="1503488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1" name="Google Shape;731;p83"/>
          <p:cNvSpPr txBox="1">
            <a:spLocks noGrp="1"/>
          </p:cNvSpPr>
          <p:nvPr>
            <p:ph type="subTitle" idx="19"/>
          </p:nvPr>
        </p:nvSpPr>
        <p:spPr>
          <a:xfrm>
            <a:off x="361975" y="537642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6">
  <p:cSld name="CUSTOM_12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8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35" name="Google Shape;735;p8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84"/>
          <p:cNvSpPr txBox="1">
            <a:spLocks noGrp="1"/>
          </p:cNvSpPr>
          <p:nvPr>
            <p:ph type="body" idx="2"/>
          </p:nvPr>
        </p:nvSpPr>
        <p:spPr>
          <a:xfrm>
            <a:off x="5659300" y="3764525"/>
            <a:ext cx="2931300" cy="8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7" name="Google Shape;737;p84"/>
          <p:cNvSpPr txBox="1">
            <a:spLocks noGrp="1"/>
          </p:cNvSpPr>
          <p:nvPr>
            <p:ph type="body" idx="3"/>
          </p:nvPr>
        </p:nvSpPr>
        <p:spPr>
          <a:xfrm>
            <a:off x="5659350" y="1715800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8" name="Google Shape;738;p84"/>
          <p:cNvSpPr txBox="1">
            <a:spLocks noGrp="1"/>
          </p:cNvSpPr>
          <p:nvPr>
            <p:ph type="subTitle" idx="4"/>
          </p:nvPr>
        </p:nvSpPr>
        <p:spPr>
          <a:xfrm>
            <a:off x="5659350" y="1162000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9" name="Google Shape;739;p84"/>
          <p:cNvSpPr txBox="1">
            <a:spLocks noGrp="1"/>
          </p:cNvSpPr>
          <p:nvPr>
            <p:ph type="body" idx="5"/>
          </p:nvPr>
        </p:nvSpPr>
        <p:spPr>
          <a:xfrm>
            <a:off x="5659350" y="2986225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40" name="Google Shape;740;p84"/>
          <p:cNvSpPr txBox="1">
            <a:spLocks noGrp="1"/>
          </p:cNvSpPr>
          <p:nvPr>
            <p:ph type="subTitle" idx="6"/>
          </p:nvPr>
        </p:nvSpPr>
        <p:spPr>
          <a:xfrm>
            <a:off x="5659350" y="2432425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41" name="Google Shape;741;p84"/>
          <p:cNvSpPr txBox="1">
            <a:spLocks noGrp="1"/>
          </p:cNvSpPr>
          <p:nvPr>
            <p:ph type="subTitle" idx="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>
  <p:cSld name="BLANK_1_1_1_1_1_1_1_1_1_1_1_2_1_1_3_1_1">
    <p:bg>
      <p:bgPr>
        <a:solidFill>
          <a:schemeClr val="lt1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85"/>
          <p:cNvSpPr txBox="1">
            <a:spLocks noGrp="1"/>
          </p:cNvSpPr>
          <p:nvPr>
            <p:ph type="body" idx="1"/>
          </p:nvPr>
        </p:nvSpPr>
        <p:spPr>
          <a:xfrm>
            <a:off x="4823525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9pPr>
          </a:lstStyle>
          <a:p>
            <a:endParaRPr/>
          </a:p>
        </p:txBody>
      </p:sp>
      <p:sp>
        <p:nvSpPr>
          <p:cNvPr id="745" name="Google Shape;745;p85"/>
          <p:cNvSpPr txBox="1">
            <a:spLocks noGrp="1"/>
          </p:cNvSpPr>
          <p:nvPr>
            <p:ph type="body" idx="2"/>
          </p:nvPr>
        </p:nvSpPr>
        <p:spPr>
          <a:xfrm>
            <a:off x="6948350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46" name="Google Shape;746;p85"/>
          <p:cNvSpPr txBox="1">
            <a:spLocks noGrp="1"/>
          </p:cNvSpPr>
          <p:nvPr>
            <p:ph type="title"/>
          </p:nvPr>
        </p:nvSpPr>
        <p:spPr>
          <a:xfrm>
            <a:off x="359200" y="1067375"/>
            <a:ext cx="39963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47" name="Google Shape;747;p8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8" name="Google Shape;748;p85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85"/>
          <p:cNvSpPr txBox="1">
            <a:spLocks noGrp="1"/>
          </p:cNvSpPr>
          <p:nvPr>
            <p:ph type="body" idx="4"/>
          </p:nvPr>
        </p:nvSpPr>
        <p:spPr>
          <a:xfrm>
            <a:off x="346275" y="3390625"/>
            <a:ext cx="3996300" cy="141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50" name="Google Shape;750;p85"/>
          <p:cNvSpPr txBox="1">
            <a:spLocks noGrp="1"/>
          </p:cNvSpPr>
          <p:nvPr>
            <p:ph type="body" idx="5"/>
          </p:nvPr>
        </p:nvSpPr>
        <p:spPr>
          <a:xfrm>
            <a:off x="4823525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51" name="Google Shape;751;p85"/>
          <p:cNvSpPr txBox="1">
            <a:spLocks noGrp="1"/>
          </p:cNvSpPr>
          <p:nvPr>
            <p:ph type="body" idx="6"/>
          </p:nvPr>
        </p:nvSpPr>
        <p:spPr>
          <a:xfrm>
            <a:off x="6948350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52" name="Google Shape;752;p85"/>
          <p:cNvSpPr txBox="1">
            <a:spLocks noGrp="1"/>
          </p:cNvSpPr>
          <p:nvPr>
            <p:ph type="subTitle" idx="7"/>
          </p:nvPr>
        </p:nvSpPr>
        <p:spPr>
          <a:xfrm>
            <a:off x="6948350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3" name="Google Shape;753;p85"/>
          <p:cNvSpPr txBox="1">
            <a:spLocks noGrp="1"/>
          </p:cNvSpPr>
          <p:nvPr>
            <p:ph type="subTitle" idx="8"/>
          </p:nvPr>
        </p:nvSpPr>
        <p:spPr>
          <a:xfrm>
            <a:off x="4823525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4" name="Google Shape;754;p85"/>
          <p:cNvSpPr txBox="1">
            <a:spLocks noGrp="1"/>
          </p:cNvSpPr>
          <p:nvPr>
            <p:ph type="subTitle" idx="9"/>
          </p:nvPr>
        </p:nvSpPr>
        <p:spPr>
          <a:xfrm>
            <a:off x="4823525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5" name="Google Shape;755;p85"/>
          <p:cNvSpPr txBox="1">
            <a:spLocks noGrp="1"/>
          </p:cNvSpPr>
          <p:nvPr>
            <p:ph type="subTitle" idx="13"/>
          </p:nvPr>
        </p:nvSpPr>
        <p:spPr>
          <a:xfrm>
            <a:off x="6948350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6" name="Google Shape;756;p85"/>
          <p:cNvSpPr txBox="1">
            <a:spLocks noGrp="1"/>
          </p:cNvSpPr>
          <p:nvPr>
            <p:ph type="subTitle" idx="14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59" name="Google Shape;759;p8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0" name="Google Shape;760;p86"/>
          <p:cNvSpPr txBox="1">
            <a:spLocks noGrp="1"/>
          </p:cNvSpPr>
          <p:nvPr>
            <p:ph type="body" idx="2"/>
          </p:nvPr>
        </p:nvSpPr>
        <p:spPr>
          <a:xfrm>
            <a:off x="3561200" y="1650500"/>
            <a:ext cx="4311300" cy="483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61" name="Google Shape;761;p86"/>
          <p:cNvSpPr txBox="1">
            <a:spLocks noGrp="1"/>
          </p:cNvSpPr>
          <p:nvPr>
            <p:ph type="subTitle" idx="3"/>
          </p:nvPr>
        </p:nvSpPr>
        <p:spPr>
          <a:xfrm>
            <a:off x="3561190" y="1258875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2" name="Google Shape;762;p86"/>
          <p:cNvSpPr txBox="1">
            <a:spLocks noGrp="1"/>
          </p:cNvSpPr>
          <p:nvPr>
            <p:ph type="body" idx="4"/>
          </p:nvPr>
        </p:nvSpPr>
        <p:spPr>
          <a:xfrm>
            <a:off x="3561200" y="27455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63" name="Google Shape;763;p86"/>
          <p:cNvSpPr txBox="1">
            <a:spLocks noGrp="1"/>
          </p:cNvSpPr>
          <p:nvPr>
            <p:ph type="subTitle" idx="5"/>
          </p:nvPr>
        </p:nvSpPr>
        <p:spPr>
          <a:xfrm>
            <a:off x="3561190" y="2411024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4" name="Google Shape;764;p86"/>
          <p:cNvSpPr txBox="1">
            <a:spLocks noGrp="1"/>
          </p:cNvSpPr>
          <p:nvPr>
            <p:ph type="body" idx="6"/>
          </p:nvPr>
        </p:nvSpPr>
        <p:spPr>
          <a:xfrm>
            <a:off x="3561200" y="38906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65" name="Google Shape;765;p86"/>
          <p:cNvSpPr txBox="1">
            <a:spLocks noGrp="1"/>
          </p:cNvSpPr>
          <p:nvPr>
            <p:ph type="subTitle" idx="7"/>
          </p:nvPr>
        </p:nvSpPr>
        <p:spPr>
          <a:xfrm>
            <a:off x="3561190" y="3556273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6" name="Google Shape;766;p86"/>
          <p:cNvSpPr txBox="1">
            <a:spLocks noGrp="1"/>
          </p:cNvSpPr>
          <p:nvPr>
            <p:ph type="title"/>
          </p:nvPr>
        </p:nvSpPr>
        <p:spPr>
          <a:xfrm>
            <a:off x="353550" y="1066100"/>
            <a:ext cx="26745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7" name="Google Shape;767;p86"/>
          <p:cNvSpPr txBox="1">
            <a:spLocks noGrp="1"/>
          </p:cNvSpPr>
          <p:nvPr>
            <p:ph type="body" idx="8"/>
          </p:nvPr>
        </p:nvSpPr>
        <p:spPr>
          <a:xfrm>
            <a:off x="353550" y="1592450"/>
            <a:ext cx="2674500" cy="28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68" name="Google Shape;768;p86"/>
          <p:cNvSpPr txBox="1">
            <a:spLocks noGrp="1"/>
          </p:cNvSpPr>
          <p:nvPr>
            <p:ph type="subTitle" idx="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28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71" name="Google Shape;771;p8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2" name="Google Shape;772;p87"/>
          <p:cNvSpPr txBox="1">
            <a:spLocks noGrp="1"/>
          </p:cNvSpPr>
          <p:nvPr>
            <p:ph type="body" idx="2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73" name="Google Shape;773;p87"/>
          <p:cNvSpPr txBox="1">
            <a:spLocks noGrp="1"/>
          </p:cNvSpPr>
          <p:nvPr>
            <p:ph type="subTitle" idx="3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4" name="Google Shape;774;p87"/>
          <p:cNvSpPr txBox="1">
            <a:spLocks noGrp="1"/>
          </p:cNvSpPr>
          <p:nvPr>
            <p:ph type="body" idx="4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75" name="Google Shape;775;p87"/>
          <p:cNvSpPr txBox="1">
            <a:spLocks noGrp="1"/>
          </p:cNvSpPr>
          <p:nvPr>
            <p:ph type="body" idx="5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76" name="Google Shape;776;p87"/>
          <p:cNvSpPr txBox="1">
            <a:spLocks noGrp="1"/>
          </p:cNvSpPr>
          <p:nvPr>
            <p:ph type="subTitle" idx="6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7" name="Google Shape;777;p87"/>
          <p:cNvSpPr txBox="1">
            <a:spLocks noGrp="1"/>
          </p:cNvSpPr>
          <p:nvPr>
            <p:ph type="body" idx="7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78" name="Google Shape;778;p87"/>
          <p:cNvSpPr txBox="1">
            <a:spLocks noGrp="1"/>
          </p:cNvSpPr>
          <p:nvPr>
            <p:ph type="subTitle" idx="8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9" name="Google Shape;779;p87"/>
          <p:cNvSpPr txBox="1">
            <a:spLocks noGrp="1"/>
          </p:cNvSpPr>
          <p:nvPr>
            <p:ph type="title" hasCustomPrompt="1"/>
          </p:nvPr>
        </p:nvSpPr>
        <p:spPr>
          <a:xfrm>
            <a:off x="3597468" y="680406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0" name="Google Shape;780;p87"/>
          <p:cNvSpPr txBox="1">
            <a:spLocks noGrp="1"/>
          </p:cNvSpPr>
          <p:nvPr>
            <p:ph type="title" idx="9" hasCustomPrompt="1"/>
          </p:nvPr>
        </p:nvSpPr>
        <p:spPr>
          <a:xfrm>
            <a:off x="3597469" y="2127391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1" name="Google Shape;781;p87"/>
          <p:cNvSpPr txBox="1">
            <a:spLocks noGrp="1"/>
          </p:cNvSpPr>
          <p:nvPr>
            <p:ph type="title" idx="13" hasCustomPrompt="1"/>
          </p:nvPr>
        </p:nvSpPr>
        <p:spPr>
          <a:xfrm>
            <a:off x="3597468" y="3591203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●"/>
              <a:defRPr sz="1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○"/>
              <a:defRPr sz="1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Char char="■"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2" name="Google Shape;782;p87"/>
          <p:cNvSpPr txBox="1">
            <a:spLocks noGrp="1"/>
          </p:cNvSpPr>
          <p:nvPr>
            <p:ph type="subTitle" idx="14"/>
          </p:nvPr>
        </p:nvSpPr>
        <p:spPr>
          <a:xfrm>
            <a:off x="361961" y="539906"/>
            <a:ext cx="62769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 1">
  <p:cSld name="CUSTOM_28_1">
    <p:bg>
      <p:bgPr>
        <a:solidFill>
          <a:schemeClr val="dk1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8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700">
                <a:solidFill>
                  <a:srgbClr val="141414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5" name="Google Shape;785;p8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700"/>
              <a:buNone/>
              <a:defRPr sz="7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86" name="Google Shape;786;p88"/>
          <p:cNvSpPr txBox="1">
            <a:spLocks noGrp="1"/>
          </p:cNvSpPr>
          <p:nvPr>
            <p:ph type="body" idx="2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87" name="Google Shape;787;p88"/>
          <p:cNvSpPr txBox="1">
            <a:spLocks noGrp="1"/>
          </p:cNvSpPr>
          <p:nvPr>
            <p:ph type="subTitle" idx="3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88" name="Google Shape;788;p88"/>
          <p:cNvSpPr txBox="1">
            <a:spLocks noGrp="1"/>
          </p:cNvSpPr>
          <p:nvPr>
            <p:ph type="body" idx="4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89" name="Google Shape;789;p88"/>
          <p:cNvSpPr txBox="1">
            <a:spLocks noGrp="1"/>
          </p:cNvSpPr>
          <p:nvPr>
            <p:ph type="body" idx="5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88"/>
          <p:cNvSpPr txBox="1">
            <a:spLocks noGrp="1"/>
          </p:cNvSpPr>
          <p:nvPr>
            <p:ph type="subTitle" idx="6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91" name="Google Shape;791;p88"/>
          <p:cNvSpPr txBox="1">
            <a:spLocks noGrp="1"/>
          </p:cNvSpPr>
          <p:nvPr>
            <p:ph type="body" idx="7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●"/>
              <a:defRPr sz="1000">
                <a:solidFill>
                  <a:srgbClr val="141414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000"/>
              <a:buChar char="○"/>
              <a:defRPr sz="1000">
                <a:solidFill>
                  <a:srgbClr val="141414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000"/>
              <a:buChar char="■"/>
              <a:defRPr sz="1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92" name="Google Shape;792;p88"/>
          <p:cNvSpPr txBox="1">
            <a:spLocks noGrp="1"/>
          </p:cNvSpPr>
          <p:nvPr>
            <p:ph type="subTitle" idx="8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None/>
              <a:defRPr sz="1000" b="1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793" name="Google Shape;793;p88"/>
          <p:cNvSpPr txBox="1">
            <a:spLocks noGrp="1"/>
          </p:cNvSpPr>
          <p:nvPr>
            <p:ph type="title" hasCustomPrompt="1"/>
          </p:nvPr>
        </p:nvSpPr>
        <p:spPr>
          <a:xfrm>
            <a:off x="3597468" y="680406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5000"/>
              <a:buNone/>
              <a:defRPr sz="5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None/>
              <a:defRPr sz="12000">
                <a:solidFill>
                  <a:srgbClr val="14141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4" name="Google Shape;794;p88"/>
          <p:cNvSpPr txBox="1">
            <a:spLocks noGrp="1"/>
          </p:cNvSpPr>
          <p:nvPr>
            <p:ph type="title" idx="9" hasCustomPrompt="1"/>
          </p:nvPr>
        </p:nvSpPr>
        <p:spPr>
          <a:xfrm>
            <a:off x="3597469" y="2127391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5000"/>
              <a:buChar char="●"/>
              <a:defRPr sz="5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●"/>
              <a:defRPr sz="120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●"/>
              <a:defRPr sz="120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5" name="Google Shape;795;p88"/>
          <p:cNvSpPr txBox="1">
            <a:spLocks noGrp="1"/>
          </p:cNvSpPr>
          <p:nvPr>
            <p:ph type="title" idx="13" hasCustomPrompt="1"/>
          </p:nvPr>
        </p:nvSpPr>
        <p:spPr>
          <a:xfrm>
            <a:off x="3597468" y="3591203"/>
            <a:ext cx="1040100" cy="91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5000"/>
              <a:buChar char="●"/>
              <a:defRPr sz="5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●"/>
              <a:defRPr sz="120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●"/>
              <a:defRPr sz="120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○"/>
              <a:defRPr sz="120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0"/>
              <a:buChar char="■"/>
              <a:defRPr sz="12000">
                <a:solidFill>
                  <a:srgbClr val="14141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6" name="Google Shape;796;p88"/>
          <p:cNvSpPr txBox="1">
            <a:spLocks noGrp="1"/>
          </p:cNvSpPr>
          <p:nvPr>
            <p:ph type="subTitle" idx="14"/>
          </p:nvPr>
        </p:nvSpPr>
        <p:spPr>
          <a:xfrm>
            <a:off x="361961" y="539906"/>
            <a:ext cx="62769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000"/>
              <a:buNone/>
              <a:defRPr sz="2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4">
    <p:bg>
      <p:bgPr>
        <a:solidFill>
          <a:schemeClr val="lt1"/>
        </a:solidFill>
        <a:effectLst/>
      </p:bgPr>
    </p:bg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89"/>
          <p:cNvSpPr>
            <a:spLocks noGrp="1"/>
          </p:cNvSpPr>
          <p:nvPr>
            <p:ph type="pic" idx="2"/>
          </p:nvPr>
        </p:nvSpPr>
        <p:spPr>
          <a:xfrm>
            <a:off x="6773700" y="1600350"/>
            <a:ext cx="2001300" cy="605100"/>
          </a:xfrm>
          <a:prstGeom prst="roundRect">
            <a:avLst>
              <a:gd name="adj" fmla="val 27045"/>
            </a:avLst>
          </a:prstGeom>
          <a:noFill/>
          <a:ln>
            <a:noFill/>
          </a:ln>
        </p:spPr>
      </p:sp>
      <p:sp>
        <p:nvSpPr>
          <p:cNvPr id="800" name="Google Shape;800;p89"/>
          <p:cNvSpPr>
            <a:spLocks noGrp="1"/>
          </p:cNvSpPr>
          <p:nvPr>
            <p:ph type="pic" idx="3"/>
          </p:nvPr>
        </p:nvSpPr>
        <p:spPr>
          <a:xfrm>
            <a:off x="4636725" y="1600350"/>
            <a:ext cx="2001300" cy="605100"/>
          </a:xfrm>
          <a:prstGeom prst="roundRect">
            <a:avLst>
              <a:gd name="adj" fmla="val 25760"/>
            </a:avLst>
          </a:prstGeom>
          <a:noFill/>
          <a:ln>
            <a:noFill/>
          </a:ln>
        </p:spPr>
      </p:sp>
      <p:sp>
        <p:nvSpPr>
          <p:cNvPr id="801" name="Google Shape;801;p89"/>
          <p:cNvSpPr>
            <a:spLocks noGrp="1"/>
          </p:cNvSpPr>
          <p:nvPr>
            <p:ph type="pic" idx="4"/>
          </p:nvPr>
        </p:nvSpPr>
        <p:spPr>
          <a:xfrm>
            <a:off x="2499750" y="1600350"/>
            <a:ext cx="2005200" cy="605100"/>
          </a:xfrm>
          <a:prstGeom prst="roundRect">
            <a:avLst>
              <a:gd name="adj" fmla="val 25545"/>
            </a:avLst>
          </a:prstGeom>
          <a:noFill/>
          <a:ln>
            <a:noFill/>
          </a:ln>
        </p:spPr>
      </p:sp>
      <p:sp>
        <p:nvSpPr>
          <p:cNvPr id="802" name="Google Shape;802;p89"/>
          <p:cNvSpPr>
            <a:spLocks noGrp="1"/>
          </p:cNvSpPr>
          <p:nvPr>
            <p:ph type="pic" idx="5"/>
          </p:nvPr>
        </p:nvSpPr>
        <p:spPr>
          <a:xfrm>
            <a:off x="361950" y="1600350"/>
            <a:ext cx="2001300" cy="605100"/>
          </a:xfrm>
          <a:prstGeom prst="roundRect">
            <a:avLst>
              <a:gd name="adj" fmla="val 26529"/>
            </a:avLst>
          </a:prstGeom>
          <a:noFill/>
          <a:ln>
            <a:noFill/>
          </a:ln>
        </p:spPr>
      </p:sp>
      <p:sp>
        <p:nvSpPr>
          <p:cNvPr id="803" name="Google Shape;803;p89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04" name="Google Shape;804;p8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05" name="Google Shape;805;p8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6" name="Google Shape;806;p89"/>
          <p:cNvSpPr txBox="1">
            <a:spLocks noGrp="1"/>
          </p:cNvSpPr>
          <p:nvPr>
            <p:ph type="subTitle" idx="6"/>
          </p:nvPr>
        </p:nvSpPr>
        <p:spPr>
          <a:xfrm>
            <a:off x="528567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07" name="Google Shape;807;p89"/>
          <p:cNvSpPr txBox="1">
            <a:spLocks noGrp="1"/>
          </p:cNvSpPr>
          <p:nvPr>
            <p:ph type="subTitle" idx="7"/>
          </p:nvPr>
        </p:nvSpPr>
        <p:spPr>
          <a:xfrm>
            <a:off x="2664436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08" name="Google Shape;808;p89"/>
          <p:cNvSpPr txBox="1">
            <a:spLocks noGrp="1"/>
          </p:cNvSpPr>
          <p:nvPr>
            <p:ph type="subTitle" idx="8"/>
          </p:nvPr>
        </p:nvSpPr>
        <p:spPr>
          <a:xfrm>
            <a:off x="4803102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09" name="Google Shape;809;p89"/>
          <p:cNvSpPr txBox="1">
            <a:spLocks noGrp="1"/>
          </p:cNvSpPr>
          <p:nvPr>
            <p:ph type="subTitle" idx="9"/>
          </p:nvPr>
        </p:nvSpPr>
        <p:spPr>
          <a:xfrm>
            <a:off x="6938513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10" name="Google Shape;810;p89"/>
          <p:cNvSpPr txBox="1">
            <a:spLocks noGrp="1"/>
          </p:cNvSpPr>
          <p:nvPr>
            <p:ph type="subTitle" idx="13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CUSTOM_13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9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4" name="Google Shape;814;p9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5" name="Google Shape;815;p90"/>
          <p:cNvSpPr txBox="1">
            <a:spLocks noGrp="1"/>
          </p:cNvSpPr>
          <p:nvPr>
            <p:ph type="subTitle" idx="2"/>
          </p:nvPr>
        </p:nvSpPr>
        <p:spPr>
          <a:xfrm>
            <a:off x="494689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6" name="Google Shape;816;p90"/>
          <p:cNvSpPr txBox="1">
            <a:spLocks noGrp="1"/>
          </p:cNvSpPr>
          <p:nvPr>
            <p:ph type="body" idx="3"/>
          </p:nvPr>
        </p:nvSpPr>
        <p:spPr>
          <a:xfrm>
            <a:off x="494689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17" name="Google Shape;817;p90"/>
          <p:cNvSpPr txBox="1">
            <a:spLocks noGrp="1"/>
          </p:cNvSpPr>
          <p:nvPr>
            <p:ph type="subTitle" idx="4"/>
          </p:nvPr>
        </p:nvSpPr>
        <p:spPr>
          <a:xfrm>
            <a:off x="22035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8" name="Google Shape;818;p90"/>
          <p:cNvSpPr txBox="1">
            <a:spLocks noGrp="1"/>
          </p:cNvSpPr>
          <p:nvPr>
            <p:ph type="body" idx="5"/>
          </p:nvPr>
        </p:nvSpPr>
        <p:spPr>
          <a:xfrm>
            <a:off x="22035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19" name="Google Shape;819;p90"/>
          <p:cNvSpPr txBox="1">
            <a:spLocks noGrp="1"/>
          </p:cNvSpPr>
          <p:nvPr>
            <p:ph type="subTitle" idx="6"/>
          </p:nvPr>
        </p:nvSpPr>
        <p:spPr>
          <a:xfrm>
            <a:off x="391239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20" name="Google Shape;820;p90"/>
          <p:cNvSpPr txBox="1">
            <a:spLocks noGrp="1"/>
          </p:cNvSpPr>
          <p:nvPr>
            <p:ph type="body" idx="7"/>
          </p:nvPr>
        </p:nvSpPr>
        <p:spPr>
          <a:xfrm>
            <a:off x="391239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21" name="Google Shape;821;p90"/>
          <p:cNvSpPr txBox="1">
            <a:spLocks noGrp="1"/>
          </p:cNvSpPr>
          <p:nvPr>
            <p:ph type="subTitle" idx="8"/>
          </p:nvPr>
        </p:nvSpPr>
        <p:spPr>
          <a:xfrm>
            <a:off x="56210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22" name="Google Shape;822;p90"/>
          <p:cNvSpPr txBox="1">
            <a:spLocks noGrp="1"/>
          </p:cNvSpPr>
          <p:nvPr>
            <p:ph type="body" idx="9"/>
          </p:nvPr>
        </p:nvSpPr>
        <p:spPr>
          <a:xfrm>
            <a:off x="56210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23" name="Google Shape;823;p90"/>
          <p:cNvSpPr txBox="1">
            <a:spLocks noGrp="1"/>
          </p:cNvSpPr>
          <p:nvPr>
            <p:ph type="subTitle" idx="13"/>
          </p:nvPr>
        </p:nvSpPr>
        <p:spPr>
          <a:xfrm>
            <a:off x="7329172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24" name="Google Shape;824;p90"/>
          <p:cNvSpPr txBox="1">
            <a:spLocks noGrp="1"/>
          </p:cNvSpPr>
          <p:nvPr>
            <p:ph type="body" idx="14"/>
          </p:nvPr>
        </p:nvSpPr>
        <p:spPr>
          <a:xfrm>
            <a:off x="7329172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25" name="Google Shape;825;p90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los Text SemiBold"/>
              <a:buNone/>
              <a:defRPr sz="10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Golos Text SemiBold"/>
              <a:buNone/>
              <a:defRPr sz="1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26" name="Google Shape;826;p90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1_1_1_1">
    <p:bg>
      <p:bgPr>
        <a:solidFill>
          <a:schemeClr val="dk1"/>
        </a:solidFill>
        <a:effectLst/>
      </p:bgPr>
    </p:bg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91"/>
          <p:cNvSpPr txBox="1">
            <a:spLocks noGrp="1"/>
          </p:cNvSpPr>
          <p:nvPr>
            <p:ph type="title"/>
          </p:nvPr>
        </p:nvSpPr>
        <p:spPr>
          <a:xfrm>
            <a:off x="361975" y="555540"/>
            <a:ext cx="8414700" cy="27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830" name="Google Shape;830;p91"/>
          <p:cNvSpPr>
            <a:spLocks noGrp="1"/>
          </p:cNvSpPr>
          <p:nvPr>
            <p:ph type="pic" idx="2"/>
          </p:nvPr>
        </p:nvSpPr>
        <p:spPr>
          <a:xfrm>
            <a:off x="342975" y="3777050"/>
            <a:ext cx="1002900" cy="100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1" name="Google Shape;831;p91"/>
          <p:cNvSpPr txBox="1">
            <a:spLocks noGrp="1"/>
          </p:cNvSpPr>
          <p:nvPr>
            <p:ph type="subTitle" idx="1"/>
          </p:nvPr>
        </p:nvSpPr>
        <p:spPr>
          <a:xfrm>
            <a:off x="1345875" y="39584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32" name="Google Shape;832;p91"/>
          <p:cNvSpPr txBox="1">
            <a:spLocks noGrp="1"/>
          </p:cNvSpPr>
          <p:nvPr>
            <p:ph type="subTitle" idx="3"/>
          </p:nvPr>
        </p:nvSpPr>
        <p:spPr>
          <a:xfrm>
            <a:off x="1345875" y="42785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3" name="Google Shape;833;p9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34" name="Google Shape;834;p91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Alt 1">
  <p:cSld name="CUSTOM_7_1_1_1_1_1_1_1_1_1_1_1_1_1_1_1_1_1_1_1_1_1">
    <p:bg>
      <p:bgPr>
        <a:solidFill>
          <a:schemeClr val="lt1"/>
        </a:solidFill>
        <a:effectLst/>
      </p:bgPr>
    </p:bg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92"/>
          <p:cNvSpPr txBox="1">
            <a:spLocks noGrp="1"/>
          </p:cNvSpPr>
          <p:nvPr>
            <p:ph type="subTitle" idx="1"/>
          </p:nvPr>
        </p:nvSpPr>
        <p:spPr>
          <a:xfrm>
            <a:off x="608070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8" name="Google Shape;838;p92"/>
          <p:cNvSpPr txBox="1">
            <a:spLocks noGrp="1"/>
          </p:cNvSpPr>
          <p:nvPr>
            <p:ph type="title"/>
          </p:nvPr>
        </p:nvSpPr>
        <p:spPr>
          <a:xfrm>
            <a:off x="3502650" y="1350300"/>
            <a:ext cx="4882800" cy="2290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839" name="Google Shape;839;p9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0" name="Google Shape;840;p92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1" name="Google Shape;841;p92"/>
          <p:cNvSpPr txBox="1">
            <a:spLocks noGrp="1"/>
          </p:cNvSpPr>
          <p:nvPr>
            <p:ph type="subTitle" idx="3"/>
          </p:nvPr>
        </p:nvSpPr>
        <p:spPr>
          <a:xfrm>
            <a:off x="350265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42" name="Google Shape;842;p92"/>
          <p:cNvSpPr>
            <a:spLocks noGrp="1"/>
          </p:cNvSpPr>
          <p:nvPr>
            <p:ph type="pic" idx="4"/>
          </p:nvPr>
        </p:nvSpPr>
        <p:spPr>
          <a:xfrm>
            <a:off x="361975" y="1215200"/>
            <a:ext cx="2920200" cy="295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CUSTOM_2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3"/>
          <p:cNvSpPr txBox="1">
            <a:spLocks noGrp="1"/>
          </p:cNvSpPr>
          <p:nvPr>
            <p:ph type="body" idx="1"/>
          </p:nvPr>
        </p:nvSpPr>
        <p:spPr>
          <a:xfrm>
            <a:off x="359200" y="1801500"/>
            <a:ext cx="4029000" cy="300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845" name="Google Shape;845;p9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6" name="Google Shape;846;p93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93"/>
          <p:cNvSpPr>
            <a:spLocks noGrp="1"/>
          </p:cNvSpPr>
          <p:nvPr>
            <p:ph type="pic" idx="3"/>
          </p:nvPr>
        </p:nvSpPr>
        <p:spPr>
          <a:xfrm>
            <a:off x="4637525" y="612800"/>
            <a:ext cx="4131600" cy="4167000"/>
          </a:xfrm>
          <a:prstGeom prst="roundRect">
            <a:avLst>
              <a:gd name="adj" fmla="val 6598"/>
            </a:avLst>
          </a:prstGeom>
          <a:noFill/>
          <a:ln>
            <a:noFill/>
          </a:ln>
        </p:spPr>
      </p:sp>
      <p:sp>
        <p:nvSpPr>
          <p:cNvPr id="848" name="Google Shape;848;p93"/>
          <p:cNvSpPr txBox="1">
            <a:spLocks noGrp="1"/>
          </p:cNvSpPr>
          <p:nvPr>
            <p:ph type="subTitle" idx="4"/>
          </p:nvPr>
        </p:nvSpPr>
        <p:spPr>
          <a:xfrm>
            <a:off x="361975" y="539900"/>
            <a:ext cx="4131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1">
  <p:cSld name="CUSTOM_2_1">
    <p:bg>
      <p:bgPr>
        <a:solidFill>
          <a:schemeClr val="dk1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94"/>
          <p:cNvSpPr txBox="1">
            <a:spLocks noGrp="1"/>
          </p:cNvSpPr>
          <p:nvPr>
            <p:ph type="title"/>
          </p:nvPr>
        </p:nvSpPr>
        <p:spPr>
          <a:xfrm>
            <a:off x="3843300" y="870251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852" name="Google Shape;852;p94"/>
          <p:cNvSpPr>
            <a:spLocks noGrp="1"/>
          </p:cNvSpPr>
          <p:nvPr>
            <p:ph type="pic" idx="2"/>
          </p:nvPr>
        </p:nvSpPr>
        <p:spPr>
          <a:xfrm>
            <a:off x="361975" y="612800"/>
            <a:ext cx="3224400" cy="4167000"/>
          </a:xfrm>
          <a:prstGeom prst="roundRect">
            <a:avLst>
              <a:gd name="adj" fmla="val 4717"/>
            </a:avLst>
          </a:prstGeom>
          <a:noFill/>
          <a:ln>
            <a:noFill/>
          </a:ln>
        </p:spPr>
      </p:sp>
      <p:sp>
        <p:nvSpPr>
          <p:cNvPr id="853" name="Google Shape;853;p94"/>
          <p:cNvSpPr txBox="1">
            <a:spLocks noGrp="1"/>
          </p:cNvSpPr>
          <p:nvPr>
            <p:ph type="body" idx="1"/>
          </p:nvPr>
        </p:nvSpPr>
        <p:spPr>
          <a:xfrm>
            <a:off x="3843300" y="4195275"/>
            <a:ext cx="4933500" cy="58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  <p:sp>
        <p:nvSpPr>
          <p:cNvPr id="854" name="Google Shape;854;p94"/>
          <p:cNvSpPr txBox="1">
            <a:spLocks noGrp="1"/>
          </p:cNvSpPr>
          <p:nvPr>
            <p:ph type="subTitle" idx="3"/>
          </p:nvPr>
        </p:nvSpPr>
        <p:spPr>
          <a:xfrm>
            <a:off x="3843300" y="614476"/>
            <a:ext cx="49335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5" name="Google Shape;855;p94"/>
          <p:cNvSpPr txBox="1">
            <a:spLocks noGrp="1"/>
          </p:cNvSpPr>
          <p:nvPr>
            <p:ph type="title" idx="4"/>
          </p:nvPr>
        </p:nvSpPr>
        <p:spPr>
          <a:xfrm>
            <a:off x="3843300" y="1210976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856" name="Google Shape;856;p94"/>
          <p:cNvSpPr txBox="1">
            <a:spLocks noGrp="1"/>
          </p:cNvSpPr>
          <p:nvPr>
            <p:ph type="title" idx="5"/>
          </p:nvPr>
        </p:nvSpPr>
        <p:spPr>
          <a:xfrm>
            <a:off x="3843300" y="1801500"/>
            <a:ext cx="4933500" cy="18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57" name="Google Shape;857;p9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8" name="Google Shape;858;p94"/>
          <p:cNvSpPr txBox="1">
            <a:spLocks noGrp="1"/>
          </p:cNvSpPr>
          <p:nvPr>
            <p:ph type="subTitle" idx="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">
          <p15:clr>
            <a:srgbClr val="E46962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2">
  <p:cSld name="CUSTOM_2_1_3">
    <p:bg>
      <p:bgPr>
        <a:solidFill>
          <a:schemeClr val="dk1"/>
        </a:solidFill>
        <a:effectLst/>
      </p:bgPr>
    </p:bg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95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2" name="Google Shape;862;p9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63" name="Google Shape;863;p95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4" name="Google Shape;864;p95"/>
          <p:cNvSpPr txBox="1">
            <a:spLocks noGrp="1"/>
          </p:cNvSpPr>
          <p:nvPr>
            <p:ph type="body" idx="3"/>
          </p:nvPr>
        </p:nvSpPr>
        <p:spPr>
          <a:xfrm>
            <a:off x="361975" y="2947875"/>
            <a:ext cx="4163100" cy="1833600"/>
          </a:xfrm>
          <a:prstGeom prst="rect">
            <a:avLst/>
          </a:prstGeom>
        </p:spPr>
        <p:txBody>
          <a:bodyPr spcFirstLastPara="1" wrap="square" lIns="0" tIns="13715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/>
            </a:lvl9pPr>
          </a:lstStyle>
          <a:p>
            <a:endParaRPr/>
          </a:p>
        </p:txBody>
      </p:sp>
      <p:sp>
        <p:nvSpPr>
          <p:cNvPr id="865" name="Google Shape;865;p95"/>
          <p:cNvSpPr txBox="1">
            <a:spLocks noGrp="1"/>
          </p:cNvSpPr>
          <p:nvPr>
            <p:ph type="title"/>
          </p:nvPr>
        </p:nvSpPr>
        <p:spPr>
          <a:xfrm>
            <a:off x="337200" y="1066100"/>
            <a:ext cx="8375700" cy="18819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6">
  <p:cSld name="CUSTOM_2_1_1_1">
    <p:bg>
      <p:bgPr>
        <a:solidFill>
          <a:schemeClr val="dk1"/>
        </a:solidFill>
        <a:effectLst/>
      </p:bgPr>
    </p:bg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96"/>
          <p:cNvSpPr txBox="1">
            <a:spLocks noGrp="1"/>
          </p:cNvSpPr>
          <p:nvPr>
            <p:ph type="title"/>
          </p:nvPr>
        </p:nvSpPr>
        <p:spPr>
          <a:xfrm>
            <a:off x="361965" y="2535325"/>
            <a:ext cx="6346800" cy="228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869" name="Google Shape;869;p9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70" name="Google Shape;870;p9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1" name="Google Shape;871;p96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_5">
    <p:bg>
      <p:bgPr>
        <a:solidFill>
          <a:schemeClr val="dk1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97"/>
          <p:cNvSpPr txBox="1">
            <a:spLocks noGrp="1"/>
          </p:cNvSpPr>
          <p:nvPr>
            <p:ph type="title"/>
          </p:nvPr>
        </p:nvSpPr>
        <p:spPr>
          <a:xfrm>
            <a:off x="2504817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75" name="Google Shape;875;p97"/>
          <p:cNvSpPr txBox="1">
            <a:spLocks noGrp="1"/>
          </p:cNvSpPr>
          <p:nvPr>
            <p:ph type="subTitle" idx="1"/>
          </p:nvPr>
        </p:nvSpPr>
        <p:spPr>
          <a:xfrm>
            <a:off x="2504817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876" name="Google Shape;876;p97"/>
          <p:cNvSpPr>
            <a:spLocks noGrp="1"/>
          </p:cNvSpPr>
          <p:nvPr>
            <p:ph type="pic" idx="2"/>
          </p:nvPr>
        </p:nvSpPr>
        <p:spPr>
          <a:xfrm>
            <a:off x="28241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7" name="Google Shape;877;p97"/>
          <p:cNvSpPr txBox="1">
            <a:spLocks noGrp="1"/>
          </p:cNvSpPr>
          <p:nvPr>
            <p:ph type="title" idx="3"/>
          </p:nvPr>
        </p:nvSpPr>
        <p:spPr>
          <a:xfrm>
            <a:off x="36835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78" name="Google Shape;878;p97"/>
          <p:cNvSpPr txBox="1">
            <a:spLocks noGrp="1"/>
          </p:cNvSpPr>
          <p:nvPr>
            <p:ph type="subTitle" idx="4"/>
          </p:nvPr>
        </p:nvSpPr>
        <p:spPr>
          <a:xfrm>
            <a:off x="36835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879" name="Google Shape;879;p97"/>
          <p:cNvSpPr>
            <a:spLocks noGrp="1"/>
          </p:cNvSpPr>
          <p:nvPr>
            <p:ph type="pic" idx="5"/>
          </p:nvPr>
        </p:nvSpPr>
        <p:spPr>
          <a:xfrm>
            <a:off x="68770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0" name="Google Shape;880;p97"/>
          <p:cNvSpPr txBox="1">
            <a:spLocks noGrp="1"/>
          </p:cNvSpPr>
          <p:nvPr>
            <p:ph type="title" idx="6"/>
          </p:nvPr>
        </p:nvSpPr>
        <p:spPr>
          <a:xfrm>
            <a:off x="677880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81" name="Google Shape;881;p97"/>
          <p:cNvSpPr txBox="1">
            <a:spLocks noGrp="1"/>
          </p:cNvSpPr>
          <p:nvPr>
            <p:ph type="subTitle" idx="7"/>
          </p:nvPr>
        </p:nvSpPr>
        <p:spPr>
          <a:xfrm>
            <a:off x="677880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882" name="Google Shape;882;p97"/>
          <p:cNvSpPr>
            <a:spLocks noGrp="1"/>
          </p:cNvSpPr>
          <p:nvPr>
            <p:ph type="pic" idx="8"/>
          </p:nvPr>
        </p:nvSpPr>
        <p:spPr>
          <a:xfrm>
            <a:off x="709815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3" name="Google Shape;883;p97"/>
          <p:cNvSpPr txBox="1">
            <a:spLocks noGrp="1"/>
          </p:cNvSpPr>
          <p:nvPr>
            <p:ph type="title" idx="9"/>
          </p:nvPr>
        </p:nvSpPr>
        <p:spPr>
          <a:xfrm>
            <a:off x="4650558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84" name="Google Shape;884;p97"/>
          <p:cNvSpPr txBox="1">
            <a:spLocks noGrp="1"/>
          </p:cNvSpPr>
          <p:nvPr>
            <p:ph type="subTitle" idx="13"/>
          </p:nvPr>
        </p:nvSpPr>
        <p:spPr>
          <a:xfrm>
            <a:off x="4650558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885" name="Google Shape;885;p97"/>
          <p:cNvSpPr>
            <a:spLocks noGrp="1"/>
          </p:cNvSpPr>
          <p:nvPr>
            <p:ph type="pic" idx="14"/>
          </p:nvPr>
        </p:nvSpPr>
        <p:spPr>
          <a:xfrm>
            <a:off x="49696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6" name="Google Shape;886;p9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87" name="Google Shape;887;p97"/>
          <p:cNvSpPr txBox="1">
            <a:spLocks noGrp="1"/>
          </p:cNvSpPr>
          <p:nvPr>
            <p:ph type="subTitle" idx="15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8" name="Google Shape;888;p97"/>
          <p:cNvSpPr txBox="1">
            <a:spLocks noGrp="1"/>
          </p:cNvSpPr>
          <p:nvPr>
            <p:ph type="subTitle" idx="16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Alt 2">
  <p:cSld name="CUSTOM_6">
    <p:bg>
      <p:bgPr>
        <a:solidFill>
          <a:schemeClr val="dk1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98"/>
          <p:cNvSpPr>
            <a:spLocks noGrp="1"/>
          </p:cNvSpPr>
          <p:nvPr>
            <p:ph type="pic" idx="2"/>
          </p:nvPr>
        </p:nvSpPr>
        <p:spPr>
          <a:xfrm>
            <a:off x="36197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892" name="Google Shape;892;p98"/>
          <p:cNvSpPr>
            <a:spLocks noGrp="1"/>
          </p:cNvSpPr>
          <p:nvPr>
            <p:ph type="pic" idx="3"/>
          </p:nvPr>
        </p:nvSpPr>
        <p:spPr>
          <a:xfrm>
            <a:off x="36197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893" name="Google Shape;893;p98"/>
          <p:cNvSpPr txBox="1">
            <a:spLocks noGrp="1"/>
          </p:cNvSpPr>
          <p:nvPr>
            <p:ph type="title"/>
          </p:nvPr>
        </p:nvSpPr>
        <p:spPr>
          <a:xfrm>
            <a:off x="36197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94" name="Google Shape;894;p9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95" name="Google Shape;895;p9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6" name="Google Shape;896;p98"/>
          <p:cNvSpPr txBox="1">
            <a:spLocks noGrp="1"/>
          </p:cNvSpPr>
          <p:nvPr>
            <p:ph type="title" idx="4"/>
          </p:nvPr>
        </p:nvSpPr>
        <p:spPr>
          <a:xfrm>
            <a:off x="36212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897" name="Google Shape;897;p98"/>
          <p:cNvSpPr>
            <a:spLocks noGrp="1"/>
          </p:cNvSpPr>
          <p:nvPr>
            <p:ph type="pic" idx="5"/>
          </p:nvPr>
        </p:nvSpPr>
        <p:spPr>
          <a:xfrm>
            <a:off x="249975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898" name="Google Shape;898;p98"/>
          <p:cNvSpPr>
            <a:spLocks noGrp="1"/>
          </p:cNvSpPr>
          <p:nvPr>
            <p:ph type="pic" idx="6"/>
          </p:nvPr>
        </p:nvSpPr>
        <p:spPr>
          <a:xfrm>
            <a:off x="249975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899" name="Google Shape;899;p98"/>
          <p:cNvSpPr txBox="1">
            <a:spLocks noGrp="1"/>
          </p:cNvSpPr>
          <p:nvPr>
            <p:ph type="title" idx="7"/>
          </p:nvPr>
        </p:nvSpPr>
        <p:spPr>
          <a:xfrm>
            <a:off x="249975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0" name="Google Shape;900;p98"/>
          <p:cNvSpPr txBox="1">
            <a:spLocks noGrp="1"/>
          </p:cNvSpPr>
          <p:nvPr>
            <p:ph type="title" idx="8"/>
          </p:nvPr>
        </p:nvSpPr>
        <p:spPr>
          <a:xfrm>
            <a:off x="249990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1" name="Google Shape;901;p98"/>
          <p:cNvSpPr>
            <a:spLocks noGrp="1"/>
          </p:cNvSpPr>
          <p:nvPr>
            <p:ph type="pic" idx="9"/>
          </p:nvPr>
        </p:nvSpPr>
        <p:spPr>
          <a:xfrm>
            <a:off x="463752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902" name="Google Shape;902;p98"/>
          <p:cNvSpPr>
            <a:spLocks noGrp="1"/>
          </p:cNvSpPr>
          <p:nvPr>
            <p:ph type="pic" idx="13"/>
          </p:nvPr>
        </p:nvSpPr>
        <p:spPr>
          <a:xfrm>
            <a:off x="463752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903" name="Google Shape;903;p98"/>
          <p:cNvSpPr txBox="1">
            <a:spLocks noGrp="1"/>
          </p:cNvSpPr>
          <p:nvPr>
            <p:ph type="title" idx="14"/>
          </p:nvPr>
        </p:nvSpPr>
        <p:spPr>
          <a:xfrm>
            <a:off x="463752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4" name="Google Shape;904;p98"/>
          <p:cNvSpPr txBox="1">
            <a:spLocks noGrp="1"/>
          </p:cNvSpPr>
          <p:nvPr>
            <p:ph type="title" idx="15"/>
          </p:nvPr>
        </p:nvSpPr>
        <p:spPr>
          <a:xfrm>
            <a:off x="463767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5" name="Google Shape;905;p98"/>
          <p:cNvSpPr>
            <a:spLocks noGrp="1"/>
          </p:cNvSpPr>
          <p:nvPr>
            <p:ph type="pic" idx="16"/>
          </p:nvPr>
        </p:nvSpPr>
        <p:spPr>
          <a:xfrm>
            <a:off x="677530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906" name="Google Shape;906;p98"/>
          <p:cNvSpPr>
            <a:spLocks noGrp="1"/>
          </p:cNvSpPr>
          <p:nvPr>
            <p:ph type="pic" idx="17"/>
          </p:nvPr>
        </p:nvSpPr>
        <p:spPr>
          <a:xfrm>
            <a:off x="677530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907" name="Google Shape;907;p98"/>
          <p:cNvSpPr txBox="1">
            <a:spLocks noGrp="1"/>
          </p:cNvSpPr>
          <p:nvPr>
            <p:ph type="title" idx="18"/>
          </p:nvPr>
        </p:nvSpPr>
        <p:spPr>
          <a:xfrm>
            <a:off x="677530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8" name="Google Shape;908;p98"/>
          <p:cNvSpPr txBox="1">
            <a:spLocks noGrp="1"/>
          </p:cNvSpPr>
          <p:nvPr>
            <p:ph type="title" idx="19"/>
          </p:nvPr>
        </p:nvSpPr>
        <p:spPr>
          <a:xfrm>
            <a:off x="677545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 sz="14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909" name="Google Shape;909;p98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2" name="Google Shape;912;p9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0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17" name="Google Shape;917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20" name="Google Shape;920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1" name="Google Shape;921;p10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0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6" name="Google Shape;926;p10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5"/>
          <p:cNvSpPr txBox="1">
            <a:spLocks noGrp="1"/>
          </p:cNvSpPr>
          <p:nvPr>
            <p:ph type="title"/>
          </p:nvPr>
        </p:nvSpPr>
        <p:spPr>
          <a:xfrm>
            <a:off x="361969" y="450156"/>
            <a:ext cx="6276900" cy="40908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31" name="Google Shape;931;p10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2" name="Google Shape;932;p10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0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0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57150" tIns="57150" rIns="57150" bIns="571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7" name="Google Shape;937;p10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10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41" name="Google Shape;941;p110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2" name="Google Shape;942;p110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3" name="Google Shape;943;p110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4" name="Google Shape;944;p110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5" name="Google Shape;945;p110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6" name="Google Shape;946;p110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49" name="Google Shape;949;p1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0" name="Google Shape;950;p11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1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53" name="Google Shape;953;p11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4" name="Google Shape;954;p11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5" name="Google Shape;955;p11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6" name="Google Shape;956;p11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1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9" name="Google Shape;959;p11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0" name="Google Shape;960;p1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61" name="Google Shape;961;p11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2" name="Google Shape;962;p11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3" name="Google Shape;963;p11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4" name="Google Shape;964;p11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1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7" name="Google Shape;967;p11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8" name="Google Shape;968;p11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9" name="Google Shape;969;p11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0" name="Google Shape;970;p11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57150" tIns="57150" rIns="57150" bIns="571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71" name="Google Shape;971;p11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1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3" name="Google Shape;973;p11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4" name="Google Shape;974;p11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7" name="Google Shape;977;p11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1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0" name="Google Shape;980;p11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1" name="Google Shape;981;p11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2" name="Google Shape;982;p11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83" name="Google Shape;983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84" name="Google Shape;984;p11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5" name="Google Shape;985;p11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 1">
  <p:cSld name="Two storyboards_1">
    <p:bg>
      <p:bgPr>
        <a:solidFill>
          <a:schemeClr val="dk1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1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9" name="Google Shape;989;p1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0" name="Google Shape;990;p1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  <a:defRPr sz="1200">
                <a:solidFill>
                  <a:srgbClr val="141414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○"/>
              <a:defRPr sz="1200">
                <a:solidFill>
                  <a:srgbClr val="141414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■"/>
              <a:defRPr sz="12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991" name="Google Shape;991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000"/>
              <a:buNone/>
              <a:defRPr sz="30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992" name="Google Shape;992;p1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sp>
        <p:nvSpPr>
          <p:cNvPr id="993" name="Google Shape;993;p1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None/>
              <a:defRPr sz="1400">
                <a:solidFill>
                  <a:srgbClr val="14141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None/>
              <a:defRPr sz="18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6" name="Google Shape;996;p1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7" name="Google Shape;997;p1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1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9" name="Google Shape;999;p1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0" name="Google Shape;1000;p1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1" name="Google Shape;1001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02" name="Google Shape;1002;p1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3" name="Google Shape;1003;p1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4" name="Google Shape;1004;p1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1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1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1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1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3" name="Google Shape;1013;p1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1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57150" tIns="57150" rIns="57150" bIns="5715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15" name="Google Shape;1015;p1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6" name="Google Shape;1016;p1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7" name="Google Shape;1017;p1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0" name="Google Shape;1020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21" name="Google Shape;1021;p1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4" name="Google Shape;1024;p1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7.xml"/><Relationship Id="rId41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0.xml"/><Relationship Id="rId44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2.xml"/><Relationship Id="rId46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5.xml"/><Relationship Id="rId49" Type="http://schemas.openxmlformats.org/officeDocument/2006/relationships/theme" Target="../theme/theme2.xml"/><Relationship Id="rId50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3.xml"/><Relationship Id="rId29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98.xml"/><Relationship Id="rId34" Type="http://schemas.openxmlformats.org/officeDocument/2006/relationships/slideLayout" Target="../slideLayouts/slideLayout99.xml"/><Relationship Id="rId35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101.xml"/><Relationship Id="rId37" Type="http://schemas.openxmlformats.org/officeDocument/2006/relationships/slideLayout" Target="../slideLayouts/slideLayout102.xml"/><Relationship Id="rId38" Type="http://schemas.openxmlformats.org/officeDocument/2006/relationships/slideLayout" Target="../slideLayouts/slideLayout103.xml"/><Relationship Id="rId39" Type="http://schemas.openxmlformats.org/officeDocument/2006/relationships/slideLayout" Target="../slideLayouts/slideLayout104.xml"/><Relationship Id="rId40" Type="http://schemas.openxmlformats.org/officeDocument/2006/relationships/slideLayout" Target="../slideLayouts/slideLayout105.xml"/><Relationship Id="rId41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07.xml"/><Relationship Id="rId43" Type="http://schemas.openxmlformats.org/officeDocument/2006/relationships/slideLayout" Target="../slideLayouts/slideLayout108.xml"/><Relationship Id="rId44" Type="http://schemas.openxmlformats.org/officeDocument/2006/relationships/slideLayout" Target="../slideLayouts/slideLayout109.xml"/><Relationship Id="rId45" Type="http://schemas.openxmlformats.org/officeDocument/2006/relationships/slideLayout" Target="../slideLayouts/slideLayout110.xml"/><Relationship Id="rId46" Type="http://schemas.openxmlformats.org/officeDocument/2006/relationships/slideLayout" Target="../slideLayouts/slideLayout111.xml"/><Relationship Id="rId47" Type="http://schemas.openxmlformats.org/officeDocument/2006/relationships/slideLayout" Target="../slideLayouts/slideLayout112.xml"/><Relationship Id="rId48" Type="http://schemas.openxmlformats.org/officeDocument/2006/relationships/slideLayout" Target="../slideLayouts/slideLayout113.xml"/><Relationship Id="rId49" Type="http://schemas.openxmlformats.org/officeDocument/2006/relationships/slideLayout" Target="../slideLayouts/slideLayout114.xml"/><Relationship Id="rId50" Type="http://schemas.openxmlformats.org/officeDocument/2006/relationships/slideLayout" Target="../slideLayouts/slideLayout115.xml"/><Relationship Id="rId51" Type="http://schemas.openxmlformats.org/officeDocument/2006/relationships/slideLayout" Target="../slideLayouts/slideLayout116.xml"/><Relationship Id="rId52" Type="http://schemas.openxmlformats.org/officeDocument/2006/relationships/slideLayout" Target="../slideLayouts/slideLayout117.xml"/><Relationship Id="rId53" Type="http://schemas.openxmlformats.org/officeDocument/2006/relationships/slideLayout" Target="../slideLayouts/slideLayout118.xml"/><Relationship Id="rId54" Type="http://schemas.openxmlformats.org/officeDocument/2006/relationships/slideLayout" Target="../slideLayouts/slideLayout119.xml"/><Relationship Id="rId55" Type="http://schemas.openxmlformats.org/officeDocument/2006/relationships/theme" Target="../theme/theme3.xml"/><Relationship Id="rId56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0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61972" y="2004050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61975" y="545850"/>
            <a:ext cx="5391300" cy="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sz="1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2"/>
          </p:nvPr>
        </p:nvSpPr>
        <p:spPr>
          <a:xfrm>
            <a:off x="4376625" y="2215425"/>
            <a:ext cx="4361100" cy="24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  <p:sldLayoutId id="2147483708" r:id="rId44"/>
    <p:sldLayoutId id="2147483709" r:id="rId45"/>
    <p:sldLayoutId id="2147483710" r:id="rId46"/>
    <p:sldLayoutId id="2147483711" r:id="rId47"/>
    <p:sldLayoutId id="2147483712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35">
          <p15:clr>
            <a:srgbClr val="E46962"/>
          </p15:clr>
        </p15:guide>
        <p15:guide id="5" pos="2921">
          <p15:clr>
            <a:srgbClr val="E46962"/>
          </p15:clr>
        </p15:guide>
        <p15:guide id="6" pos="1489">
          <p15:clr>
            <a:srgbClr val="E46962"/>
          </p15:clr>
        </p15:guide>
        <p15:guide id="7" pos="1575">
          <p15:clr>
            <a:srgbClr val="E46962"/>
          </p15:clr>
        </p15:guide>
        <p15:guide id="8" pos="4182">
          <p15:clr>
            <a:srgbClr val="E46962"/>
          </p15:clr>
        </p15:guide>
        <p15:guide id="9" pos="4268">
          <p15:clr>
            <a:srgbClr val="E46962"/>
          </p15:clr>
        </p15:guide>
        <p15:guide id="10" orient="horz" pos="2867">
          <p15:clr>
            <a:srgbClr val="E46962"/>
          </p15:clr>
        </p15:guide>
        <p15:guide id="11" orient="horz" pos="1135">
          <p15:clr>
            <a:srgbClr val="E46962"/>
          </p15:clr>
        </p15:guide>
        <p15:guide id="12" orient="horz" pos="1194">
          <p15:clr>
            <a:srgbClr val="E46962"/>
          </p15:clr>
        </p15:guide>
        <p15:guide id="13" orient="horz" pos="2043">
          <p15:clr>
            <a:srgbClr val="E46962"/>
          </p15:clr>
        </p15:guide>
        <p15:guide id="14" orient="horz" pos="2103">
          <p15:clr>
            <a:srgbClr val="E46962"/>
          </p15:clr>
        </p15:guide>
        <p15:guide id="15" pos="228">
          <p15:clr>
            <a:srgbClr val="E46962"/>
          </p15:clr>
        </p15:guide>
        <p15:guide id="16" orient="horz" pos="672">
          <p15:clr>
            <a:srgbClr val="E46962"/>
          </p15:clr>
        </p15:guide>
        <p15:guide id="17" orient="horz" pos="504">
          <p15:clr>
            <a:srgbClr val="E46962"/>
          </p15:clr>
        </p15:guide>
        <p15:guide id="18" orient="horz" pos="293">
          <p15:clr>
            <a:srgbClr val="E46962"/>
          </p15:clr>
        </p15:guide>
        <p15:guide id="19" orient="horz" pos="600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6">
            <a:alphaModFix/>
          </a:blip>
          <a:stretch>
            <a:fillRect/>
          </a:stretch>
        </a:blip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8"/>
          <p:cNvSpPr txBox="1">
            <a:spLocks noGrp="1"/>
          </p:cNvSpPr>
          <p:nvPr>
            <p:ph type="body" idx="1"/>
          </p:nvPr>
        </p:nvSpPr>
        <p:spPr>
          <a:xfrm>
            <a:off x="361972" y="2004050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547" name="Google Shape;547;p68"/>
          <p:cNvSpPr txBox="1">
            <a:spLocks noGrp="1"/>
          </p:cNvSpPr>
          <p:nvPr>
            <p:ph type="title"/>
          </p:nvPr>
        </p:nvSpPr>
        <p:spPr>
          <a:xfrm>
            <a:off x="361969" y="465625"/>
            <a:ext cx="64134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"/>
              <a:buNone/>
              <a:defRPr sz="3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548" name="Google Shape;548;p68"/>
          <p:cNvSpPr txBox="1">
            <a:spLocks noGrp="1"/>
          </p:cNvSpPr>
          <p:nvPr>
            <p:ph type="body" idx="2"/>
          </p:nvPr>
        </p:nvSpPr>
        <p:spPr>
          <a:xfrm>
            <a:off x="4376625" y="2215425"/>
            <a:ext cx="4361100" cy="24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●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○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los Text"/>
              <a:buChar char="■"/>
              <a:defRPr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  <p:sldLayoutId id="2147483756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763" r:id="rId51"/>
    <p:sldLayoutId id="2147483764" r:id="rId52"/>
    <p:sldLayoutId id="2147483765" r:id="rId53"/>
    <p:sldLayoutId id="2147483766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35">
          <p15:clr>
            <a:srgbClr val="E46962"/>
          </p15:clr>
        </p15:guide>
        <p15:guide id="5" pos="2921">
          <p15:clr>
            <a:srgbClr val="E46962"/>
          </p15:clr>
        </p15:guide>
        <p15:guide id="6" pos="1489">
          <p15:clr>
            <a:srgbClr val="E46962"/>
          </p15:clr>
        </p15:guide>
        <p15:guide id="7" pos="1575">
          <p15:clr>
            <a:srgbClr val="E46962"/>
          </p15:clr>
        </p15:guide>
        <p15:guide id="8" pos="4182">
          <p15:clr>
            <a:srgbClr val="E46962"/>
          </p15:clr>
        </p15:guide>
        <p15:guide id="9" pos="4268">
          <p15:clr>
            <a:srgbClr val="E46962"/>
          </p15:clr>
        </p15:guide>
        <p15:guide id="10" orient="horz" pos="2867">
          <p15:clr>
            <a:srgbClr val="E46962"/>
          </p15:clr>
        </p15:guide>
        <p15:guide id="11" orient="horz" pos="1135">
          <p15:clr>
            <a:srgbClr val="E46962"/>
          </p15:clr>
        </p15:guide>
        <p15:guide id="12" orient="horz" pos="1194">
          <p15:clr>
            <a:srgbClr val="E46962"/>
          </p15:clr>
        </p15:guide>
        <p15:guide id="13" orient="horz" pos="2043">
          <p15:clr>
            <a:srgbClr val="E46962"/>
          </p15:clr>
        </p15:guide>
        <p15:guide id="14" orient="horz" pos="2103">
          <p15:clr>
            <a:srgbClr val="E46962"/>
          </p15:clr>
        </p15:guide>
        <p15:guide id="15" pos="228">
          <p15:clr>
            <a:srgbClr val="E46962"/>
          </p15:clr>
        </p15:guide>
        <p15:guide id="16" orient="horz" pos="672">
          <p15:clr>
            <a:srgbClr val="E46962"/>
          </p15:clr>
        </p15:guide>
        <p15:guide id="17" orient="horz" pos="504">
          <p15:clr>
            <a:srgbClr val="E46962"/>
          </p15:clr>
        </p15:guide>
        <p15:guide id="18" orient="horz" pos="293">
          <p15:clr>
            <a:srgbClr val="E46962"/>
          </p15:clr>
        </p15:guide>
        <p15:guide id="19" orient="horz" pos="60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923544" cy="3346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6974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 lang="ru-RU">
                <a:solidFill>
                  <a:srgbClr val="B8B8C8"/>
                </a:solidFill>
                <a:latin typeface="Golos Text"/>
              </a:rPr>
              <a:t>Спикер: Михаил Костицын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35808"/>
            <a:ext cx="84124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 lang="ru-RU">
                <a:solidFill>
                  <a:srgbClr val="FFFFFF"/>
                </a:solidFill>
                <a:latin typeface="Golos Text"/>
              </a:rPr>
              <a:t>Использование инструментов</a:t>
            </a:r>
          </a:p>
          <a:p>
            <a:pPr algn="l">
              <a:lnSpc>
                <a:spcPct val="100000"/>
              </a:lnSpc>
            </a:pPr>
            <a:r>
              <a:rPr sz="3600" b="0" i="0" lang="ru-RU">
                <a:solidFill>
                  <a:srgbClr val="FFFFFF"/>
                </a:solidFill>
                <a:latin typeface="Golos Text"/>
              </a:rPr>
              <a:t>рефакторинга IDE в ИИ-агентах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О себе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8229600" cy="2011680"/>
          </a:xfrm>
          <a:prstGeom prst="roundRect">
            <a:avLst>
              <a:gd name="adj" fmla="val 6363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Ведущий разработчик Veai – ИИ-агента для разработчиков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Семь лет в разработке, значительная часть – статический анализ программ и формальная верификация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С 2023 года – разработка ИИ-агентов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3520440"/>
            <a:ext cx="8229600" cy="822960"/>
          </a:xfrm>
          <a:prstGeom prst="roundRect">
            <a:avLst>
              <a:gd name="adj" fmla="val 15555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300" b="0" i="0" lang="ru-RU">
                <a:solidFill>
                  <a:srgbClr val="F6C26B"/>
                </a:solidFill>
                <a:latin typeface="Golos Text"/>
              </a:rPr>
              <a:t>Эксперт доклада: TODO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1" lang="ru-RU">
                <a:solidFill>
                  <a:srgbClr val="FFFFFF"/>
                </a:solidFill>
                <a:latin typeface="Golos Text"/>
              </a:rPr>
              <a:t>Введение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Подходы к рефакторингу в агентах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Почему агенты правят текстом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MCP для рефакторинга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Рефакторинг – преобразование с гарантиями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7827264" cy="64008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Golos Text"/>
              </a:rPr>
              <a:t>Рефакторинг – изменение структуры кода без изменения поведения программы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3749039" cy="1828800"/>
          </a:xfrm>
          <a:prstGeom prst="roundRect">
            <a:avLst>
              <a:gd name="adj" fmla="val 7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0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Задача 1: найти все места</a:t>
            </a:r>
          </a:p>
          <a:p>
            <a:pPr algn="l">
              <a:spcAft>
                <a:spcPts val="800"/>
              </a:spcAft>
            </a:pPr>
            <a:r>
              <a:rPr sz="1250" b="0" i="0" lang="ru-RU">
                <a:solidFill>
                  <a:srgbClr val="FFFFFF"/>
                </a:solidFill>
                <a:latin typeface="Golos Text"/>
              </a:rPr>
              <a:t>Нужна полнота. 97 % не годится</a:t>
            </a:r>
          </a:p>
          <a:p>
            <a:pPr algn="l">
              <a:spcAft>
                <a:spcPts val="800"/>
              </a:spcAft>
            </a:pPr>
            <a:r>
              <a:rPr sz="1250" b="1" i="0" lang="ru-RU">
                <a:solidFill>
                  <a:srgbClr val="C9B8FF"/>
                </a:solidFill>
                <a:latin typeface="Golos Text"/>
              </a:rPr>
              <a:t>78 вызовов × 97 % = 2 пропуска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36592" y="2286000"/>
            <a:ext cx="3749039" cy="1828800"/>
          </a:xfrm>
          <a:prstGeom prst="roundRect">
            <a:avLst>
              <a:gd name="adj" fmla="val 7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0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Задача 2: применить</a:t>
            </a:r>
          </a:p>
          <a:p>
            <a:pPr algn="l">
              <a:spcAft>
                <a:spcPts val="800"/>
              </a:spcAft>
            </a:pPr>
            <a:r>
              <a:rPr sz="1250" b="0" i="0" lang="ru-RU">
                <a:solidFill>
                  <a:srgbClr val="FFFFFF"/>
                </a:solidFill>
                <a:latin typeface="Golos Text"/>
              </a:rPr>
              <a:t>Нужна корректность: правка не меняет, к какому методу привязан вызов, и не задевает чужое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Зачем это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8229600" cy="2112264"/>
          </a:xfrm>
          <a:prstGeom prst="roundRect">
            <a:avLst>
              <a:gd name="adj" fmla="val 606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 marL="201168" indent="-201168"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Миграция фреймворка: Selenium → Playwright, JUnit 4 → 5</a:t>
            </a:r>
          </a:p>
          <a:p>
            <a:pPr algn="l" marL="201168" indent="-201168"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Наведение структуры: PageObject, композиция фикстур</a:t>
            </a:r>
          </a:p>
          <a:p>
            <a:pPr algn="l" marL="201168" indent="-201168"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Смена тестового API проекта: хелперы, базовые классы</a:t>
            </a:r>
          </a:p>
          <a:p>
            <a:pPr algn="l" marL="201168" indent="-201168"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 lang="ru-RU">
                <a:solidFill>
                  <a:srgbClr val="FFFFFF"/>
                </a:solidFill>
                <a:latin typeface="Golos Text"/>
              </a:rPr>
              <a:t>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3529584"/>
            <a:ext cx="8229600" cy="777240"/>
          </a:xfrm>
          <a:prstGeom prst="roundRect">
            <a:avLst>
              <a:gd name="adj" fmla="val 16470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Сотни мест. Зелёные тесты не доказывают, что поведение то же: меняется сам тестовый код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Кейс: detekt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060704"/>
            <a:ext cx="8229600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 lang="ru-RU">
                <a:solidFill>
                  <a:srgbClr val="B8B8C8"/>
                </a:solidFill>
                <a:latin typeface="Golos Text"/>
              </a:rPr>
              <a:t>detekt – статический анализатор Kotlin. У него есть тестовая библиотека, с помощью которой авторы правил пишут тесты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581912"/>
            <a:ext cx="8229600" cy="1188720"/>
          </a:xfrm>
          <a:prstGeom prst="roundRect">
            <a:avLst>
              <a:gd name="adj" fmla="val 10769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100"/>
              </a:spcAft>
            </a:pPr>
            <a:r>
              <a:rPr sz="1150" b="0" i="0" lang="ru-RU">
                <a:solidFill>
                  <a:srgbClr val="C9B8FF"/>
                </a:solidFill>
                <a:latin typeface="Menlo"/>
              </a:rPr>
              <a:t>fun Rule.compileAndLint(code)  // компилирует сниппет (в CI), потом проверяет</a:t>
            </a:r>
          </a:p>
          <a:p>
            <a:pPr algn="l">
              <a:spcAft>
                <a:spcPts val="100"/>
              </a:spcAft>
            </a:pPr>
            <a:r>
              <a:rPr sz="1150" b="0" i="0" lang="ru-RU">
                <a:solidFill>
                  <a:srgbClr val="C9B8FF"/>
                </a:solidFill>
                <a:latin typeface="Menlo"/>
              </a:rPr>
              <a:t>fun Rule.lint(code)            // только проверяет: сниппет может не компилироваться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880360"/>
            <a:ext cx="4937760" cy="1783080"/>
          </a:xfrm>
          <a:prstGeom prst="roundRect">
            <a:avLst>
              <a:gd name="adj" fmla="val 7179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ЗАДАЧА</a:t>
            </a:r>
          </a:p>
          <a:p>
            <a:pPr algn="l">
              <a:spcAft>
                <a:spcPts val="500"/>
              </a:spcAft>
            </a:pPr>
            <a:r>
              <a:rPr sz="1200" b="1" i="0" lang="ru-RU">
                <a:solidFill>
                  <a:srgbClr val="FFFFFF"/>
                </a:solidFill>
                <a:latin typeface="Golos Text"/>
              </a:rPr>
              <a:t>Оставить одну функцию: lint(code, compile = true)</a:t>
            </a:r>
          </a:p>
          <a:p>
            <a:pPr algn="l">
              <a:spcAft>
                <a:spcPts val="500"/>
              </a:spcAft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compileAndLint(code) → lint(code)</a:t>
            </a:r>
          </a:p>
          <a:p>
            <a:pPr algn="l">
              <a:spcAft>
                <a:spcPts val="500"/>
              </a:spcAft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старый lint(code) → lint(code, compile = false), чтобы тесты работали как раньше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B8B8C8"/>
                </a:solidFill>
                <a:latin typeface="Golos Text"/>
              </a:rPr>
              <a:t>PR #7873, февраль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2880360"/>
            <a:ext cx="3154680" cy="1783080"/>
          </a:xfrm>
          <a:prstGeom prst="roundRect">
            <a:avLst>
              <a:gd name="adj" fmla="val 7179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МАСШТАБ</a:t>
            </a:r>
          </a:p>
          <a:p>
            <a:pPr algn="l">
              <a:spcAft>
                <a:spcPts val="300"/>
              </a:spcAft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1428 вызовов compileAndLint</a:t>
            </a:r>
          </a:p>
          <a:p>
            <a:pPr algn="l">
              <a:spcAft>
                <a:spcPts val="300"/>
              </a:spcAft>
            </a:pPr>
            <a:r>
              <a:rPr sz="1150" b="1" i="0" lang="ru-RU">
                <a:solidFill>
                  <a:srgbClr val="C9B8FF"/>
                </a:solidFill>
                <a:latin typeface="Golos Text"/>
              </a:rPr>
              <a:t>78 старых lint – им нужен compile = false</a:t>
            </a:r>
          </a:p>
          <a:p>
            <a:pPr algn="l">
              <a:spcAft>
                <a:spcPts val="300"/>
              </a:spcAft>
            </a:pPr>
            <a:r>
              <a:rPr sz="1150" b="0" i="0" lang="ru-RU">
                <a:solidFill>
                  <a:srgbClr val="B8B8C8"/>
                </a:solidFill>
                <a:latin typeface="Golos Text"/>
              </a:rPr>
              <a:t>Не трогать: перегрузка lint(ktFile) – 36; FormattingRule.lint – 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6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0: человек с 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34440"/>
            <a:ext cx="5394960" cy="2926080"/>
          </a:xfrm>
          <a:prstGeom prst="roundRect">
            <a:avLst>
              <a:gd name="adj" fmla="val 4375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200" b="1" i="0" lang="ru-RU">
                <a:solidFill>
                  <a:srgbClr val="F6C26B"/>
                </a:solidFill>
                <a:latin typeface="Golos Text"/>
              </a:rPr>
              <a:t>TODO: видео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4251960"/>
            <a:ext cx="53949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IDE: IntelliJ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2651760" cy="877824"/>
          </a:xfrm>
          <a:prstGeom prst="roundRect">
            <a:avLst>
              <a:gd name="adj" fmla="val 14583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4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МЕТРИКИ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Время: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Стоимость: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03704"/>
            <a:ext cx="2651760" cy="2505456"/>
          </a:xfrm>
          <a:prstGeom prst="roundRect">
            <a:avLst>
              <a:gd name="adj" fmla="val 5109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6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ДЕЙСТВИЯ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1.  Change Signature на старом lint: параметр compile, в вызовах – false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2.  Rename compileAndLint → lint: конфликт «функция уже объявлена»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3.  Слить тела вручную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0: человек с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3444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93C47D"/>
                </a:solidFill>
                <a:latin typeface="Golos Text"/>
              </a:rPr>
              <a:t>✓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Все 78 вызовов старого lint, включая два без точки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05740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05740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93C47D"/>
                </a:solidFill>
                <a:latin typeface="Golos Text"/>
              </a:rPr>
              <a:t>✓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FormattingRule.lint и lint(ktFile) не тронуты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88036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88036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93C47D"/>
                </a:solidFill>
                <a:latin typeface="Golos Text"/>
              </a:rPr>
              <a:t>✓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Конфликт показан до применения; compile = false подставлен явно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3749039"/>
            <a:ext cx="402793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Время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7428" y="3749039"/>
            <a:ext cx="402793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Стоимость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46634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 lang="ru-RU">
                <a:solidFill>
                  <a:srgbClr val="C9B8FF"/>
                </a:solidFill>
                <a:latin typeface="Golos Text"/>
              </a:rPr>
              <a:t>Можно ли быстрее?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0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ИИ-агент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371600"/>
            <a:ext cx="2651760" cy="3017520"/>
          </a:xfrm>
          <a:prstGeom prst="roundRect">
            <a:avLst>
              <a:gd name="adj" fmla="val 4827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2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КОНТЕКСТ</a:t>
            </a:r>
          </a:p>
          <a:p>
            <a:pPr algn="l">
              <a:spcAft>
                <a:spcPts val="1200"/>
              </a:spcAft>
            </a:pPr>
            <a:r>
              <a:rPr sz="1200" b="0" i="0" lang="ru-RU">
                <a:solidFill>
                  <a:srgbClr val="B8B8C8"/>
                </a:solidFill>
                <a:latin typeface="Golos Text"/>
              </a:rPr>
              <a:t>что модель видит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системный промпт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история чата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прочитанные файлы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результаты вызовов инструментов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331720"/>
            <a:ext cx="2286000" cy="1097280"/>
          </a:xfrm>
          <a:prstGeom prst="roundRect">
            <a:avLst>
              <a:gd name="adj" fmla="val 11666"/>
            </a:avLst>
          </a:prstGeom>
          <a:solidFill>
            <a:srgbClr val="1A1233"/>
          </a:solidFill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МОДЕЛЬ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генерирует сообщение
или вызов инструмента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27248" y="2816352"/>
            <a:ext cx="274320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742432" y="2816352"/>
            <a:ext cx="274320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44184" y="1371600"/>
            <a:ext cx="2651760" cy="3017520"/>
          </a:xfrm>
          <a:prstGeom prst="roundRect">
            <a:avLst>
              <a:gd name="adj" fmla="val 4827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2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ИНСТРУМЕНТЫ (TOOLS)</a:t>
            </a:r>
          </a:p>
          <a:p>
            <a:pPr algn="l">
              <a:spcAft>
                <a:spcPts val="1200"/>
              </a:spcAft>
            </a:pPr>
            <a:r>
              <a:rPr sz="1200" b="0" i="0" lang="ru-RU">
                <a:solidFill>
                  <a:srgbClr val="B8B8C8"/>
                </a:solidFill>
                <a:latin typeface="Golos Text"/>
              </a:rPr>
              <a:t>что модель может вызвать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чтение файла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поиск по тексту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правка файла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запуск тестов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127248" y="4023360"/>
            <a:ext cx="2889504" cy="146304"/>
          </a:xfrm>
          <a:prstGeom prst="leftArrow">
            <a:avLst/>
          </a:prstGeom>
          <a:solidFill>
            <a:srgbClr val="C9B8FF"/>
          </a:solidFill>
          <a:ln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4187952"/>
            <a:ext cx="2889504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результат вызова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45262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B8B8C8"/>
                </a:solidFill>
                <a:latin typeface="Golos Text"/>
              </a:rPr>
              <a:t>ИИ-агент = модель + контекст + инструменты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Синтаксис и семантика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4023360" cy="2377440"/>
          </a:xfrm>
          <a:prstGeom prst="roundRect">
            <a:avLst>
              <a:gd name="adj" fmla="val 5384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800" b="1" i="0" lang="ru-RU">
                <a:solidFill>
                  <a:srgbClr val="FFFFFF"/>
                </a:solidFill>
                <a:latin typeface="Golos Text"/>
              </a:rPr>
              <a:t>Синтаксис</a:t>
            </a:r>
          </a:p>
          <a:p>
            <a:pPr algn="l">
              <a:spcAft>
                <a:spcPts val="1000"/>
              </a:spcAft>
            </a:pPr>
            <a:r>
              <a:rPr sz="1300" b="0" i="0" lang="ru-RU">
                <a:solidFill>
                  <a:srgbClr val="C9B8FF"/>
                </a:solidFill>
                <a:latin typeface="Golos Text"/>
              </a:rPr>
              <a:t>как написано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Буквы, слова, строки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Структура: вызов, аргументы, блок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Видно в самом тексте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5384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800" b="1" i="0" lang="ru-RU">
                <a:solidFill>
                  <a:srgbClr val="FFFFFF"/>
                </a:solidFill>
                <a:latin typeface="Golos Text"/>
              </a:rPr>
              <a:t>Семантика</a:t>
            </a:r>
          </a:p>
          <a:p>
            <a:pPr algn="l">
              <a:spcAft>
                <a:spcPts val="1000"/>
              </a:spcAft>
            </a:pPr>
            <a:r>
              <a:rPr sz="1300" b="0" i="0" lang="ru-RU">
                <a:solidFill>
                  <a:srgbClr val="C9B8FF"/>
                </a:solidFill>
                <a:latin typeface="Golos Text"/>
              </a:rPr>
              <a:t>что это значит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Какая именно функция вызвана, какого типа переменная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Кто на кого ссылается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В тексте этого нет – нужно разобрать программу целиком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3840480"/>
            <a:ext cx="8229600" cy="822960"/>
          </a:xfrm>
          <a:prstGeom prst="roundRect">
            <a:avLst>
              <a:gd name="adj" fmla="val 15555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Одно и то же слово в двух местах – один синтаксис, семантика может быть разной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Введение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1" lang="ru-RU">
                <a:solidFill>
                  <a:srgbClr val="FFFFFF"/>
                </a:solidFill>
                <a:latin typeface="Golos Text"/>
              </a:rPr>
              <a:t>Подходы к рефакторингу в агентах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Почему агенты правят текстом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MCP для рефакторинга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1: текстовый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1887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 lang="ru-RU">
                <a:solidFill>
                  <a:srgbClr val="B8B8C8"/>
                </a:solidFill>
                <a:latin typeface="Golos Text"/>
              </a:rPr>
              <a:t>Агент работает с кодом как с текстом: строки и подстроки, а не функции и вызовы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965960"/>
            <a:ext cx="144475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Задача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текстом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9384" y="2331720"/>
            <a:ext cx="182880" cy="109728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1965960"/>
            <a:ext cx="144475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Поиск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по тексту: grep, ripgrep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30168" y="2331720"/>
            <a:ext cx="182880" cy="109728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9624" y="1965960"/>
            <a:ext cx="144475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Чтение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найденных файлов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30952" y="2331720"/>
            <a:ext cx="182880" cy="109728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408" y="1965960"/>
            <a:ext cx="144475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Правка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текстом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31736" y="2331720"/>
            <a:ext cx="182880" cy="109728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51192" y="1965960"/>
            <a:ext cx="1444752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Результат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diff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108960"/>
            <a:ext cx="8229600" cy="1554480"/>
          </a:xfrm>
          <a:prstGeom prst="roundRect">
            <a:avLst>
              <a:gd name="adj" fmla="val 8235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МЕХАНИЗМЫ ПРАВКИ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Скрипт / regex по файлам – заменяет подстроку везде, где нашёл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Инструмент «правка фрагмента» – удалить / добавить / заменить; каждое место – отдельный вызов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Перезапись файла целиком – модель генерирует новый файл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8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1: текстовый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34440"/>
            <a:ext cx="5394960" cy="2926080"/>
          </a:xfrm>
          <a:prstGeom prst="roundRect">
            <a:avLst>
              <a:gd name="adj" fmla="val 4375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200" b="1" i="0" lang="ru-RU">
                <a:solidFill>
                  <a:srgbClr val="F6C26B"/>
                </a:solidFill>
                <a:latin typeface="Golos Text"/>
              </a:rPr>
              <a:t>TODO: видео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4251960"/>
            <a:ext cx="53949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Агент: Claude Code · Модель: Claude Opus (TODO версия)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2651760" cy="1618488"/>
          </a:xfrm>
          <a:prstGeom prst="roundRect">
            <a:avLst>
              <a:gd name="adj" fmla="val 7909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4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МЕТРИКИ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Время: 13,7 мин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Стоимость: $4.41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Ходы: 53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Токены: 3,9M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Стартовый контекст: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944368"/>
            <a:ext cx="2651760" cy="1764792"/>
          </a:xfrm>
          <a:prstGeom prst="roundRect">
            <a:avLst>
              <a:gd name="adj" fmla="val 7253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6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ДЕЙСТВИЯ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1.  grep по имени функции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2.  Чтение файлов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3.  sed / скрипт по файлам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4.  Точечные правки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5.  Отчёт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1: текстовый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3444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EA9999"/>
                </a:solidFill>
                <a:latin typeface="Golos Text"/>
              </a:rPr>
              <a:t>✗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2 из 78 вызовов пропущены: lint("fun f() { $code }") внутри extension-функции – вызов без точки; агент искал «.lint(»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05740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05740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EA9999"/>
                </a:solidFill>
                <a:latin typeface="Golos Text"/>
              </a:rPr>
              <a:t>✗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Комментарий «not compileAndLint for performance reasons» стал «not lint for performance reasons»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88036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88036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EA9999"/>
                </a:solidFill>
                <a:latin typeface="Golos Text"/>
              </a:rPr>
              <a:t>✗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Два хелпера начали компилировать сотни сниппетов. Сборка зелёная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Время</a:t>
            </a:r>
          </a:p>
          <a:p>
            <a:pPr algn="ctr"/>
            <a:r>
              <a:rPr sz="1500" b="1" i="0" lang="ru-RU">
                <a:solidFill>
                  <a:srgbClr val="FFFFFF"/>
                </a:solidFill>
                <a:latin typeface="Golos Text"/>
              </a:rPr>
              <a:t>13,7 мин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804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Стоимость</a:t>
            </a:r>
          </a:p>
          <a:p>
            <a:pPr algn="ctr"/>
            <a:r>
              <a:rPr sz="1500" b="1" i="0" lang="ru-RU">
                <a:solidFill>
                  <a:srgbClr val="FFFFFF"/>
                </a:solidFill>
                <a:latin typeface="Golos Text"/>
              </a:rPr>
              <a:t>$4.41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3553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Ходы</a:t>
            </a:r>
          </a:p>
          <a:p>
            <a:pPr algn="ctr"/>
            <a:r>
              <a:rPr sz="1500" b="1" i="0" lang="ru-RU">
                <a:solidFill>
                  <a:srgbClr val="FFFFFF"/>
                </a:solidFill>
                <a:latin typeface="Golos Text"/>
              </a:rPr>
              <a:t>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1302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Токены</a:t>
            </a:r>
          </a:p>
          <a:p>
            <a:pPr algn="ctr"/>
            <a:r>
              <a:rPr sz="1500" b="1" i="0" lang="ru-RU">
                <a:solidFill>
                  <a:srgbClr val="FFFFFF"/>
                </a:solidFill>
                <a:latin typeface="Golos Text"/>
              </a:rPr>
              <a:t>3,9M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9051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Контекст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1: текстовый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Плюсы и минусы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Плюсы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Ничего не нужно: ни индекса, ни IDE, ни запущенного проекта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Работает где угодно: CI, worktree, удалённая машина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Любой язык и формат файла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Минусы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Одно имя – разные функции: FormattingRule.lint и комментарий попадают в замену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Та же функция – другая запись: вызов без точки в замену не попадает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Замена не проверяет результат: строка заменена – не значит, что вызов ведёт туда же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Каждое место – отдельная операция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1: текстовый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Где ломается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05156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Одна строка – две разные функции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325880"/>
            <a:ext cx="8229600" cy="1691640"/>
          </a:xfrm>
          <a:prstGeom prst="roundRect">
            <a:avLst>
              <a:gd name="adj" fmla="val 7567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l">
              <a:spcAft>
                <a:spcPts val="200"/>
              </a:spcAft>
            </a:pPr>
            <a:r>
              <a:rPr sz="1050" b="0" i="0" lang="ru-RU">
                <a:solidFill>
                  <a:srgbClr val="B8B8C8"/>
                </a:solidFill>
                <a:latin typeface="Menlo"/>
              </a:rPr>
              <a:t>detekt-rules-style/…/UnusedParameterSpec.kt</a:t>
            </a:r>
          </a:p>
          <a:p>
            <a:pPr algn="l">
              <a:spcAft>
                <a:spcPts val="600"/>
              </a:spcAft>
            </a:pPr>
            <a:r>
              <a:rPr sz="1250" b="0" i="0" lang="ru-RU">
                <a:solidFill>
                  <a:srgbClr val="FFFFFF"/>
                </a:solidFill>
                <a:latin typeface="Menlo"/>
              </a:rPr>
              <a:t>    subject.lint(code)   // Rule.lint – та, что меняем</a:t>
            </a:r>
          </a:p>
          <a:p>
            <a:pPr algn="l">
              <a:spcAft>
                <a:spcPts val="200"/>
              </a:spcAft>
            </a:pPr>
            <a:r>
              <a:rPr sz="1050" b="0" i="0" lang="ru-RU">
                <a:solidFill>
                  <a:srgbClr val="B8B8C8"/>
                </a:solidFill>
                <a:latin typeface="Menlo"/>
              </a:rPr>
              <a:t>detekt-formatting/…/IndentationSpec.kt</a:t>
            </a:r>
          </a:p>
          <a:p>
            <a:pPr algn="l">
              <a:spcAft>
                <a:spcPts val="200"/>
              </a:spcAft>
            </a:pPr>
            <a:r>
              <a:rPr sz="1250" b="0" i="0" lang="ru-RU">
                <a:solidFill>
                  <a:srgbClr val="EA9999"/>
                </a:solidFill>
                <a:latin typeface="Menlo"/>
              </a:rPr>
              <a:t>    subject.lint(code)   // FormattingRule.lint – другая функция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3200400"/>
            <a:ext cx="4023360" cy="1463040"/>
          </a:xfrm>
          <a:prstGeom prst="roundRect">
            <a:avLst>
              <a:gd name="adj" fmla="val 8750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Golos Text"/>
              </a:rPr>
              <a:t>Полнота</a:t>
            </a:r>
          </a:p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Поиск по подстроке: пропускает одни места и захватывает чужие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200400"/>
            <a:ext cx="4023360" cy="1463040"/>
          </a:xfrm>
          <a:prstGeom prst="roundRect">
            <a:avLst>
              <a:gd name="adj" fmla="val 8750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250" b="1" i="0" lang="ru-RU">
                <a:solidFill>
                  <a:srgbClr val="FFFFFF"/>
                </a:solidFill>
                <a:latin typeface="Golos Text"/>
              </a:rPr>
              <a:t>Корректность</a:t>
            </a:r>
          </a:p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После замены вызов может вести в другую функцию – замена этого не проверяет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4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Результат и цена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234440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Человек с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4416" y="1234440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Текст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8056" y="1618488"/>
            <a:ext cx="8229600" cy="0"/>
          </a:xfrm>
          <a:prstGeom prst="line">
            <a:avLst/>
          </a:prstGeom>
          <a:ln w="15240">
            <a:solidFill>
              <a:srgbClr val="90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8056" y="169164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1691640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4416" y="1691640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2 из 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084832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084832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2084832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комментарий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478024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478024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2478024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сборка зелёная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" y="2871216"/>
            <a:ext cx="8229600" cy="0"/>
          </a:xfrm>
          <a:prstGeom prst="line">
            <a:avLst/>
          </a:prstGeom>
          <a:ln w="635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" y="2871216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Время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2871216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2871216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13,7 мин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264408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Стоимость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1176" y="3264408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3264408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$4.41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65760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Ходы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1176" y="3657600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657600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" y="4050791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Токены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1176" y="4050791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4050791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3,9M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4443983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Стартовый контекст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4443983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6" y="4443983"/>
            <a:ext cx="306324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2: LSP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143000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Символ – функция, класс или переменная вместе со всеми местами, где она используется</a:t>
            </a:r>
          </a:p>
          <a:p>
            <a:pPr algn="l"/>
            <a:r>
              <a:rPr sz="1250" b="0" i="0" lang="ru-RU">
                <a:solidFill>
                  <a:srgbClr val="B8B8C8"/>
                </a:solidFill>
                <a:latin typeface="Golos Text"/>
              </a:rPr>
              <a:t>LSP (Language Server Protocol) – протокол между редактором или агентом и сервером языка. Сервер – отдельный процесс, который разбирает код и знает, какой текст к какому символу относится. Один сервер на язык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527048" cy="914400"/>
          </a:xfrm>
          <a:prstGeom prst="roundRect">
            <a:avLst>
              <a:gd name="adj" fmla="val 14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Клиент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редактор или агент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04288" y="258775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52344" y="2194560"/>
            <a:ext cx="1527048" cy="914400"/>
          </a:xfrm>
          <a:prstGeom prst="roundRect">
            <a:avLst>
              <a:gd name="adj" fmla="val 14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Запрос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«переименуй символ здесь»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98264" y="258775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3752" y="2194560"/>
            <a:ext cx="1527048" cy="914400"/>
          </a:xfrm>
          <a:prstGeom prst="roundRect">
            <a:avLst>
              <a:gd name="adj" fmla="val 14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Сервер языка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резолвит символы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19672" y="258775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58584" y="2194560"/>
            <a:ext cx="1527048" cy="914400"/>
          </a:xfrm>
          <a:prstGeom prst="roundRect">
            <a:avLst>
              <a:gd name="adj" fmla="val 14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Правка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список текстовых изменений; применяет клиент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37560"/>
            <a:ext cx="7827264" cy="1325880"/>
          </a:xfrm>
          <a:prstGeom prst="roundRect">
            <a:avLst>
              <a:gd name="adj" fmla="val 9655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Что даёт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Переход к определению, поиск использований, переименование по символу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Серверы есть для всех основных языков: rust-analyzer, gopls, pyright; Kotlin LSP – пока экспериментальный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2: LSP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34440"/>
            <a:ext cx="5394960" cy="2926080"/>
          </a:xfrm>
          <a:prstGeom prst="roundRect">
            <a:avLst>
              <a:gd name="adj" fmla="val 4375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200" b="1" i="0" lang="ru-RU">
                <a:solidFill>
                  <a:srgbClr val="F6C26B"/>
                </a:solidFill>
                <a:latin typeface="Golos Text"/>
              </a:rPr>
              <a:t>TODO: видео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4251960"/>
            <a:ext cx="53949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Агент: Claude Code + Serena (инструменты LSP) · Модель: 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2651760" cy="1618488"/>
          </a:xfrm>
          <a:prstGeom prst="roundRect">
            <a:avLst>
              <a:gd name="adj" fmla="val 7909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4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МЕТРИКИ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Время: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Стоимость: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Ходы: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Токены: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Стартовый контекст: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944368"/>
            <a:ext cx="2651760" cy="1764792"/>
          </a:xfrm>
          <a:prstGeom prst="roundRect">
            <a:avLst>
              <a:gd name="adj" fmla="val 7253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6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ДЕЙСТВИЯ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1.  Запрос references по символу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2.  Список мест от сервера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3.  Правки текстом по списку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4.  Rename по протоколу – если использует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2: LSP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3444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93C47D"/>
                </a:solidFill>
                <a:latin typeface="Golos Text"/>
              </a:rPr>
              <a:t>✓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references на старом lint – 99 ссылок, включая оба вызова без точки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05740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05740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F6C26B"/>
                </a:solidFill>
                <a:latin typeface="Golos Text"/>
              </a:rPr>
              <a:t>◐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TODO по записи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88036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88036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F6C26B"/>
                </a:solidFill>
                <a:latin typeface="Golos Text"/>
              </a:rPr>
              <a:t>◐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TODO по записи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Время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804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Стоимость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3553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Ходы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1302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Токены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9051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Стартовый контекст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2: LSP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Плюсы и минусы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Плюсы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Легковесность: нужен только сервер языка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Поиск по символу: находит вызов без точки, различает одноимённые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Ошибки компиляции видны сразу после правки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Минусы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Из рефакторингов – только переименование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Сервер не знает о правках, пока клиент не сообщит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Один сервер – один язык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Конфликт – как решит сервер; «продолжить» нет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Результат и цена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234440"/>
            <a:ext cx="204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Человек с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3336" y="1234440"/>
            <a:ext cx="204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5496" y="1234440"/>
            <a:ext cx="204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LSP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" y="1618488"/>
            <a:ext cx="8229600" cy="0"/>
          </a:xfrm>
          <a:prstGeom prst="line">
            <a:avLst/>
          </a:prstGeom>
          <a:ln w="15240">
            <a:solidFill>
              <a:srgbClr val="90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8056" y="169164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176" y="169164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3336" y="169164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2 из 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5496" y="169164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084832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084832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3336" y="2084832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комментарий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5496" y="2084832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2478024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2478024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3336" y="2478024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сборка зелёная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5496" y="2478024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8056" y="2871216"/>
            <a:ext cx="8229600" cy="0"/>
          </a:xfrm>
          <a:prstGeom prst="line">
            <a:avLst/>
          </a:prstGeom>
          <a:ln w="635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6" y="2871216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Время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76" y="2871216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3336" y="2871216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13,7 мин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5496" y="2871216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3264408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Стоимость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3264408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3336" y="3264408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$4.41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5496" y="3264408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365760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Ходы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365760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3336" y="365760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5496" y="3657600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4050791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Токены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1176" y="4050791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3336" y="4050791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3,9M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5496" y="4050791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" y="4443983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Стартовый контекст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51176" y="4443983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3336" y="4443983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5496" y="4443983"/>
            <a:ext cx="204216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3: движок рефакторинга IDE (IntelliJ)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143000"/>
            <a:ext cx="8229600" cy="502920"/>
          </a:xfrm>
          <a:prstGeom prst="roundRect">
            <a:avLst>
              <a:gd name="adj" fmla="val 25454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/>
          <a:lstStyle/>
          <a:p>
            <a:pPr algn="ctr"/>
            <a:r>
              <a:rPr sz="1400" b="1" i="0" lang="ru-RU">
                <a:solidFill>
                  <a:srgbClr val="FFFFFF"/>
                </a:solidFill>
                <a:latin typeface="Golos Text"/>
              </a:rPr>
              <a:t>Инструменты IDE позволяют разделить: модель решает «что», движок – «как»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828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Код представлен не текстом, а графом символов: символ – узел, ссылка – ребро к объявлению. «Все использования» – обход ссылок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532888"/>
            <a:ext cx="4023360" cy="1490472"/>
          </a:xfrm>
          <a:prstGeom prst="roundRect">
            <a:avLst>
              <a:gd name="adj" fmla="val 8588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EA9999"/>
                </a:solidFill>
                <a:latin typeface="Golos Text"/>
              </a:rPr>
              <a:t>КАК ВИДИТ GREP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C9B8FF"/>
                </a:solidFill>
                <a:latin typeface="Menlo"/>
              </a:rPr>
              <a:t>grep '\.lint('  → 180 строк: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FFFFFF"/>
                </a:solidFill>
                <a:latin typeface="Menlo"/>
              </a:rPr>
              <a:t>  rule.lint(code)      Rule.lint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FFFFFF"/>
                </a:solidFill>
                <a:latin typeface="Menlo"/>
              </a:rPr>
              <a:t>  subject.lint(code)   FormattingRule.lint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FFFFFF"/>
                </a:solidFill>
                <a:latin typeface="Menlo"/>
              </a:rPr>
              <a:t>  rule.lint(ktFile)    перегрузка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EA9999"/>
                </a:solidFill>
                <a:latin typeface="Menlo"/>
              </a:rPr>
              <a:t>  lint("fun f() …")   – не видно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532888"/>
            <a:ext cx="4023360" cy="1490472"/>
          </a:xfrm>
          <a:prstGeom prst="roundRect">
            <a:avLst>
              <a:gd name="adj" fmla="val 8588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93C47D"/>
                </a:solidFill>
                <a:latin typeface="Golos Text"/>
              </a:rPr>
              <a:t>КАК ВИДИТ IDE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93C47D"/>
                </a:solidFill>
                <a:latin typeface="Menlo"/>
              </a:rPr>
              <a:t>Rule.lint(content)   99 ссылок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93C47D"/>
                </a:solidFill>
                <a:latin typeface="Menlo"/>
              </a:rPr>
              <a:t>  в т. ч. 2 без точки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B8B8C8"/>
                </a:solidFill>
                <a:latin typeface="Menlo"/>
              </a:rPr>
              <a:t>Rule.lint(ktFile)    другой символ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B8B8C8"/>
                </a:solidFill>
                <a:latin typeface="Menlo"/>
              </a:rPr>
              <a:t>FormattingRule.lint  другой символ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93C47D"/>
                </a:solidFill>
                <a:latin typeface="Menlo"/>
              </a:rPr>
              <a:t>Rule.compileAndLint  1428 ссылок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4261104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C9B8FF"/>
                </a:solidFill>
                <a:latin typeface="Golos Text"/>
              </a:rPr>
              <a:t>PSI (Program Structure Interface) – модель кода: дерево + ссылки между узлами. IDE держит её в памяти и синхронизирует с редактором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8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Veai агент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188720"/>
            <a:ext cx="8229600" cy="1005840"/>
          </a:xfrm>
          <a:prstGeom prst="roundRect">
            <a:avLst>
              <a:gd name="adj" fmla="val 12727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 marL="201168" indent="-201168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ИИ-агент для разработчиков, работает внутри IDE JetBrains</a:t>
            </a:r>
          </a:p>
          <a:p>
            <a:pPr algn="l" marL="201168" indent="-201168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300" b="0" i="0" lang="ru-RU">
                <a:solidFill>
                  <a:srgbClr val="FFFFFF"/>
                </a:solidFill>
                <a:latin typeface="Golos Text"/>
              </a:rPr>
              <a:t>Инструменты – те же, что у IDE: поиск по символам, рефакторинги, диагностика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2331720"/>
            <a:ext cx="8229600" cy="2331720"/>
          </a:xfrm>
          <a:prstGeom prst="roundRect">
            <a:avLst>
              <a:gd name="adj" fmla="val 5490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400" b="1" i="0" lang="ru-RU">
                <a:solidFill>
                  <a:srgbClr val="F6C26B"/>
                </a:solidFill>
                <a:latin typeface="Golos Text"/>
              </a:rPr>
              <a:t>TODO: скриншот Veai внутри IDE с открытым кейсом detekt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3: движок рефакторинга 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34440"/>
            <a:ext cx="5394960" cy="2926080"/>
          </a:xfrm>
          <a:prstGeom prst="roundRect">
            <a:avLst>
              <a:gd name="adj" fmla="val 4375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200" b="1" i="0" lang="ru-RU">
                <a:solidFill>
                  <a:srgbClr val="F6C26B"/>
                </a:solidFill>
                <a:latin typeface="Golos Text"/>
              </a:rPr>
              <a:t>TODO: видео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4251960"/>
            <a:ext cx="53949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Агент: Veai · Модель: 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2651760" cy="1618488"/>
          </a:xfrm>
          <a:prstGeom prst="roundRect">
            <a:avLst>
              <a:gd name="adj" fmla="val 7909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4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МЕТРИКИ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Время: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Стоимость: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Ходы: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Токены: TODO</a:t>
            </a:r>
          </a:p>
          <a:p>
            <a:pPr algn="l">
              <a:spcAft>
                <a:spcPts val="200"/>
              </a:spcAft>
            </a:pPr>
            <a:r>
              <a:rPr sz="1100" b="0" i="0" lang="ru-RU">
                <a:solidFill>
                  <a:srgbClr val="F6C26B"/>
                </a:solidFill>
                <a:latin typeface="Golos Text"/>
              </a:rPr>
              <a:t>Стартовый контекст: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944368"/>
            <a:ext cx="2651760" cy="1764792"/>
          </a:xfrm>
          <a:prstGeom prst="roundRect">
            <a:avLst>
              <a:gd name="adj" fmla="val 7253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109728"/>
          <a:lstStyle/>
          <a:p>
            <a:pPr algn="l">
              <a:spcAft>
                <a:spcPts val="600"/>
              </a:spcAft>
            </a:pPr>
            <a:r>
              <a:rPr sz="1000" b="1" i="0" lang="ru-RU">
                <a:solidFill>
                  <a:srgbClr val="C9B8FF"/>
                </a:solidFill>
                <a:latin typeface="Golos Text"/>
              </a:rPr>
              <a:t>ДЕЙСТВИЯ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1.  Change Signature: параметр compile, false в вызовах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2.  Rename: конфликт «уже объявлена»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3.  Решение по конфликту</a:t>
            </a:r>
          </a:p>
          <a:p>
            <a:pPr algn="l">
              <a:spcAft>
                <a:spcPts val="500"/>
              </a:spcAft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4.  Применение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Подходы к рефакторингу в 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Подход 3: движок рефакторинга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3444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F6C26B"/>
                </a:solidFill>
                <a:latin typeface="Golos Text"/>
              </a:rPr>
              <a:t>◐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TODO по записи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205740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05740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F6C26B"/>
                </a:solidFill>
                <a:latin typeface="Golos Text"/>
              </a:rPr>
              <a:t>◐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TODO по записи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880360"/>
            <a:ext cx="21945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880360"/>
            <a:ext cx="5989320" cy="713232"/>
          </a:xfrm>
          <a:prstGeom prst="roundRect">
            <a:avLst>
              <a:gd name="adj" fmla="val 17948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600" b="1" i="0" lang="ru-RU">
                <a:solidFill>
                  <a:srgbClr val="F6C26B"/>
                </a:solidFill>
                <a:latin typeface="Golos Text"/>
              </a:rPr>
              <a:t>◐</a:t>
            </a:r>
            <a:r>
              <a:rPr sz="1150" lang="ru-RU">
                <a:solidFill>
                  <a:srgbClr val="FFFFFF"/>
                </a:solidFill>
                <a:latin typeface="Golos Text"/>
              </a:rPr>
              <a:t>  TODO по записи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Время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804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Стоимость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3553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Ходы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1302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Токены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9051" y="3749039"/>
            <a:ext cx="1556308" cy="868680"/>
          </a:xfrm>
          <a:prstGeom prst="roundRect">
            <a:avLst>
              <a:gd name="adj" fmla="val 14736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000" b="0" i="0" lang="ru-RU">
                <a:solidFill>
                  <a:srgbClr val="C9B8FF"/>
                </a:solidFill>
                <a:latin typeface="Golos Text"/>
              </a:rPr>
              <a:t>Стартовый контекст</a:t>
            </a:r>
          </a:p>
          <a:p>
            <a:pPr algn="ctr"/>
            <a:r>
              <a:rPr sz="1500" b="1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3: движок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Плюсы и минусы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Плюсы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Полнота: находит все ссылки, включая другие языки и конфигурацию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Конфликты до правки: проверяет, куда приведёт вызов после правки, и показывает список конфликтов до применения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Атомарность: поиск, проверка и правка – одна операция; один откат на всю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200"/>
              </a:spcAft>
            </a:pPr>
            <a:r>
              <a:rPr sz="1700" b="1" i="0" lang="ru-RU">
                <a:solidFill>
                  <a:srgbClr val="FFFFFF"/>
                </a:solidFill>
                <a:latin typeface="Golos Text"/>
              </a:rPr>
              <a:t>Минусы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Нужна запущенная IDE с индексами и кэшами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Индексация занимает время; в этот период рефакторинг недоступен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Применение правки – под блокировкой на запись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Worktree, CI, удалённые машины – стандартного способа нет</a:t>
            </a:r>
          </a:p>
          <a:p>
            <a:pPr algn="l" marL="201168" indent="-201168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Runtime-рефлексия, связи через SQL, шаблоны, HTTP – вне модели кода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3: движок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PSI: как IDE видит код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097280"/>
            <a:ext cx="822960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300" b="0" i="0" lang="ru-RU">
                <a:solidFill>
                  <a:srgbClr val="FFFFFF"/>
                </a:solidFill>
                <a:latin typeface="Menlo"/>
              </a:rPr>
              <a:t>val findings = lint("fun f() { $code 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69164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 lang="ru-RU">
                <a:solidFill>
                  <a:srgbClr val="C9B8FF"/>
                </a:solidFill>
                <a:latin typeface="Golos Text"/>
              </a:rPr>
              <a:t>ДЕРЕВО – СИНТАКСИС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14600" cy="36576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050" b="1" i="0" lang="ru-RU">
                <a:solidFill>
                  <a:srgbClr val="FFFFFF"/>
                </a:solidFill>
                <a:latin typeface="Menlo"/>
              </a:rPr>
              <a:t>PROPERTY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2514600" cy="36576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050" b="1" i="0" lang="ru-RU">
                <a:solidFill>
                  <a:srgbClr val="FFFFFF"/>
                </a:solidFill>
                <a:latin typeface="Menlo"/>
              </a:rPr>
              <a:t>CALL_EXPRESSION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962656"/>
            <a:ext cx="2514600" cy="36576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050" b="0" i="0" lang="ru-RU">
                <a:solidFill>
                  <a:srgbClr val="93C47D"/>
                </a:solidFill>
                <a:latin typeface="Menlo"/>
              </a:rPr>
              <a:t>REFERENCE_EXPRESSION   lint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438144"/>
            <a:ext cx="2514600" cy="36576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050" b="1" i="0" lang="ru-RU">
                <a:solidFill>
                  <a:srgbClr val="FFFFFF"/>
                </a:solidFill>
                <a:latin typeface="Menlo"/>
              </a:rPr>
              <a:t>VALUE_ARGUMENT_LIST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913632"/>
            <a:ext cx="2834640" cy="365760"/>
          </a:xfrm>
          <a:prstGeom prst="roundRect">
            <a:avLst>
              <a:gd name="adj" fmla="val 35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050" b="0" i="0" lang="ru-RU">
                <a:solidFill>
                  <a:srgbClr val="FFFFFF"/>
                </a:solidFill>
                <a:latin typeface="Menlo"/>
              </a:rPr>
              <a:t>STRING_TEMPLATE   "fun f() …"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377440"/>
            <a:ext cx="0" cy="292608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" y="2670048"/>
            <a:ext cx="155448" cy="0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271" y="2852928"/>
            <a:ext cx="0" cy="768096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3271" y="3145536"/>
            <a:ext cx="155449" cy="0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3271" y="3621024"/>
            <a:ext cx="155449" cy="0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3312" y="3803904"/>
            <a:ext cx="0" cy="292608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53312" y="4096512"/>
            <a:ext cx="155448" cy="0"/>
          </a:xfrm>
          <a:prstGeom prst="line">
            <a:avLst/>
          </a:prstGeom>
          <a:ln w="1270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94960" y="16916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 lang="ru-RU">
                <a:solidFill>
                  <a:srgbClr val="C9B8FF"/>
                </a:solidFill>
                <a:latin typeface="Golos Text"/>
              </a:rPr>
              <a:t>ССЫЛКА – СЕМАНТИКА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49039" y="3063240"/>
            <a:ext cx="1600201" cy="82296"/>
          </a:xfrm>
          <a:prstGeom prst="line">
            <a:avLst/>
          </a:prstGeom>
          <a:ln w="19050">
            <a:solidFill>
              <a:srgbClr val="93C47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49039" y="256032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950" b="0" i="0" lang="ru-RU">
                <a:solidFill>
                  <a:srgbClr val="93C47D"/>
                </a:solidFill>
                <a:latin typeface="Golos Text"/>
              </a:rPr>
              <a:t>разрешается по типам и импортам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2697480"/>
            <a:ext cx="3291840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100"/>
              </a:spcAft>
            </a:pPr>
            <a:r>
              <a:rPr sz="950" b="0" i="0" lang="ru-RU">
                <a:solidFill>
                  <a:srgbClr val="B8B8C8"/>
                </a:solidFill>
                <a:latin typeface="Golos Text"/>
              </a:rPr>
              <a:t>RuleExtensions.kt (detekt-test)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93C47D"/>
                </a:solidFill>
                <a:latin typeface="Menlo"/>
              </a:rPr>
              <a:t>fun Rule.lint(content, …)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611880"/>
            <a:ext cx="3291840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B8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>
              <a:spcAft>
                <a:spcPts val="100"/>
              </a:spcAft>
            </a:pPr>
            <a:r>
              <a:rPr sz="950" b="0" i="0" lang="ru-RU">
                <a:solidFill>
                  <a:srgbClr val="B8B8C8"/>
                </a:solidFill>
                <a:latin typeface="Golos Text"/>
              </a:rPr>
              <a:t>TestFiles.kt – не выбрана: другой тип receiver</a:t>
            </a:r>
          </a:p>
          <a:p>
            <a:pPr algn="l">
              <a:spcAft>
                <a:spcPts val="100"/>
              </a:spcAft>
            </a:pPr>
            <a:r>
              <a:rPr sz="1100" b="0" i="0" lang="ru-RU">
                <a:solidFill>
                  <a:srgbClr val="B8B8C8"/>
                </a:solidFill>
                <a:latin typeface="Menlo"/>
              </a:rPr>
              <a:t>fun FormattingRule.lint(content)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45720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50" b="0" i="0" lang="ru-RU">
                <a:solidFill>
                  <a:srgbClr val="C9B8FF"/>
                </a:solidFill>
                <a:latin typeface="Golos Text"/>
              </a:rPr>
              <a:t>В настоящем дереве у этой строки 15 узлов. Индексы хранят, где какое имя встречается, – обход ссылок быстрый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3: движок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Полнота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2011680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Menlo"/>
              </a:rPr>
              <a:t>Rule.lint(content)</a:t>
            </a:r>
          </a:p>
          <a:p>
            <a:pPr algn="ctr"/>
            <a:r>
              <a:rPr sz="950" b="0" i="0" lang="ru-RU">
                <a:solidFill>
                  <a:srgbClr val="B8B8C8"/>
                </a:solidFill>
                <a:latin typeface="Golos Text"/>
              </a:rPr>
              <a:t>объявление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1945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Menlo"/>
              </a:rPr>
              <a:t>rule.lint(code)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536192"/>
            <a:ext cx="457200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920240"/>
            <a:ext cx="21945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Menlo"/>
              </a:rPr>
              <a:t>lint("fun f() …") – без точки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2084832"/>
            <a:ext cx="457200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468880"/>
            <a:ext cx="2194560" cy="457200"/>
          </a:xfrm>
          <a:prstGeom prst="roundRect">
            <a:avLst>
              <a:gd name="adj" fmla="val 280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100" b="0" i="0" lang="ru-RU">
                <a:solidFill>
                  <a:srgbClr val="FFFFFF"/>
                </a:solidFill>
                <a:latin typeface="Menlo"/>
              </a:rPr>
              <a:t>import …test.lint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88920" y="2633472"/>
            <a:ext cx="457200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0604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ссылка: источник → цель;
обратный поиск – все источники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280160"/>
            <a:ext cx="2834640" cy="2103120"/>
          </a:xfrm>
          <a:prstGeom prst="roundRect">
            <a:avLst>
              <a:gd name="adj" fmla="val 6086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93C47D"/>
                </a:solidFill>
                <a:latin typeface="Golos Text"/>
              </a:rPr>
              <a:t>ИСТОЧНИКИ ССЫЛОК</a:t>
            </a:r>
          </a:p>
          <a:p>
            <a:pPr algn="l" marL="201168" indent="-201168"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Ссылка – слой поверх дерева</a:t>
            </a:r>
          </a:p>
          <a:p>
            <a:pPr algn="l" marL="201168" indent="-201168"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Плагины добавляют ссылки в другие языки и конфигурацию</a:t>
            </a:r>
          </a:p>
          <a:p>
            <a:pPr algn="l" marL="201168" indent="-201168"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Индексы: где какое имя встречается, кто кого наследует</a:t>
            </a:r>
          </a:p>
          <a:p>
            <a:pPr algn="l" marL="201168" indent="-201168">
              <a:spcAft>
                <a:spcPts val="300"/>
              </a:spcAft>
              <a:buClr>
                <a:srgbClr val="FFFFFF"/>
              </a:buClr>
              <a:buFont typeface="Arial"/>
              <a:buChar char="•"/>
            </a:pPr>
            <a:r>
              <a:rPr sz="1100" b="0" i="0" lang="ru-RU">
                <a:solidFill>
                  <a:srgbClr val="FFFFFF"/>
                </a:solidFill>
                <a:latin typeface="Golos Text"/>
              </a:rPr>
              <a:t>Индексы и модель – в памяти IDE и кэшах на диске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004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 lang="ru-RU">
                <a:solidFill>
                  <a:srgbClr val="B8B8C8"/>
                </a:solidFill>
                <a:latin typeface="Golos Text"/>
              </a:rPr>
              <a:t>На некомпилирующемся коде – частично: неразрешённые ссылки помечаются отдельно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03320"/>
            <a:ext cx="8028431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EA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400"/>
              </a:spcAft>
            </a:pPr>
            <a:r>
              <a:rPr sz="1050" b="1" i="0" lang="ru-RU">
                <a:solidFill>
                  <a:srgbClr val="EA9999"/>
                </a:solidFill>
                <a:latin typeface="Golos Text"/>
              </a:rPr>
              <a:t>ОГРАНИЧЕНИЕ (JVM)</a:t>
            </a:r>
          </a:p>
          <a:p>
            <a:pPr algn="l"/>
            <a:r>
              <a:rPr sz="1150" b="0" i="0" lang="ru-RU">
                <a:solidFill>
                  <a:srgbClr val="FFFFFF"/>
                </a:solidFill>
                <a:latin typeface="Menlo"/>
              </a:rPr>
              <a:t>Class.forName("com.foo.Bar")   – ссылка есть, переименуется</a:t>
            </a:r>
          </a:p>
          <a:p>
            <a:pPr algn="l"/>
            <a:r>
              <a:rPr sz="1150" b="0" i="0" lang="ru-RU">
                <a:solidFill>
                  <a:srgbClr val="FFFFFF"/>
                </a:solidFill>
                <a:latin typeface="Menlo"/>
              </a:rPr>
              <a:t>Class.forName(prefix + name)   – runtime-рефлексия, не анализируется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0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Подход 3: движок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Корректность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88720"/>
            <a:ext cx="7827264" cy="548640"/>
          </a:xfrm>
          <a:prstGeom prst="roundRect">
            <a:avLst>
              <a:gd name="adj" fmla="val 23333"/>
            </a:avLst>
          </a:prstGeom>
          <a:noFill/>
          <a:ln w="2857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/>
          <a:lstStyle/>
          <a:p>
            <a:pPr algn="ctr"/>
            <a:r>
              <a:rPr sz="1350" b="1" i="0" lang="ru-RU">
                <a:solidFill>
                  <a:srgbClr val="FFFFFF"/>
                </a:solidFill>
                <a:latin typeface="Golos Text"/>
              </a:rPr>
              <a:t>Правка примеряется на копии в памяти: конфликты видны до того, как тронут файл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527048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Golos Text"/>
              </a:rPr>
              <a:t>Копия вызова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в памяти, файл не меняется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04288" y="222199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52344" y="1920240"/>
            <a:ext cx="1527048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Golos Text"/>
              </a:rPr>
              <a:t>Новое имя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на копии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98264" y="222199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3752" y="1920240"/>
            <a:ext cx="1527048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Golos Text"/>
              </a:rPr>
              <a:t>Разрешение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заново: какой метод?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19672" y="2221992"/>
            <a:ext cx="292608" cy="128016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58584" y="1920240"/>
            <a:ext cx="1527048" cy="731520"/>
          </a:xfrm>
          <a:prstGeom prst="roundRect">
            <a:avLst>
              <a:gd name="adj" fmla="val 17500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09728" bIns="109728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Golos Text"/>
              </a:rPr>
              <a:t>Другой метод</a:t>
            </a:r>
          </a:p>
          <a:p>
            <a:pPr algn="ctr"/>
            <a:r>
              <a:rPr sz="1050" b="0" i="0" lang="ru-RU">
                <a:solidFill>
                  <a:srgbClr val="B8B8C8"/>
                </a:solidFill>
                <a:latin typeface="Golos Text"/>
              </a:rPr>
              <a:t>→ конфликт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34640"/>
            <a:ext cx="3383280" cy="1554480"/>
          </a:xfrm>
          <a:prstGeom prst="roundRect">
            <a:avLst>
              <a:gd name="adj" fmla="val 8235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B8B8C8"/>
                </a:solidFill>
                <a:latin typeface="Golos Text"/>
              </a:rPr>
              <a:t>ДО RENAME</a:t>
            </a:r>
          </a:p>
          <a:p>
            <a:pPr algn="l">
              <a:spcAft>
                <a:spcPts val="600"/>
              </a:spcAft>
            </a:pPr>
            <a:r>
              <a:rPr sz="1200" b="0" i="0" lang="ru-RU">
                <a:solidFill>
                  <a:srgbClr val="FFFFFF"/>
                </a:solidFill>
                <a:latin typeface="Menlo"/>
              </a:rPr>
              <a:t>rule.compileAndLint(code)</a:t>
            </a:r>
          </a:p>
          <a:p>
            <a:pPr algn="l">
              <a:spcAft>
                <a:spcPts val="600"/>
              </a:spcAft>
            </a:pPr>
            <a:r>
              <a:rPr sz="1200" b="0" i="0" lang="ru-RU">
                <a:solidFill>
                  <a:srgbClr val="93C47D"/>
                </a:solidFill>
                <a:latin typeface="Menlo"/>
              </a:rPr>
              <a:t>rule.lint(code)  – другая функция, без компиляции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2834640"/>
            <a:ext cx="3383280" cy="1554480"/>
          </a:xfrm>
          <a:prstGeom prst="roundRect">
            <a:avLst>
              <a:gd name="adj" fmla="val 8235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600"/>
              </a:spcAft>
            </a:pPr>
            <a:r>
              <a:rPr sz="1050" b="1" i="0" lang="ru-RU">
                <a:solidFill>
                  <a:srgbClr val="B8B8C8"/>
                </a:solidFill>
                <a:latin typeface="Golos Text"/>
              </a:rPr>
              <a:t>ПОСЛЕ RENAME</a:t>
            </a:r>
          </a:p>
          <a:p>
            <a:pPr algn="l">
              <a:spcAft>
                <a:spcPts val="600"/>
              </a:spcAft>
            </a:pPr>
            <a:r>
              <a:rPr sz="1200" b="0" i="0" lang="ru-RU">
                <a:solidFill>
                  <a:srgbClr val="FFFFFF"/>
                </a:solidFill>
                <a:latin typeface="Menlo"/>
              </a:rPr>
              <a:t>rule.lint(code)</a:t>
            </a:r>
          </a:p>
          <a:p>
            <a:pPr algn="l">
              <a:spcAft>
                <a:spcPts val="600"/>
              </a:spcAft>
            </a:pPr>
            <a:r>
              <a:rPr sz="1200" b="0" i="0" lang="ru-RU">
                <a:solidFill>
                  <a:srgbClr val="EA9999"/>
                </a:solidFill>
                <a:latin typeface="Menlo"/>
              </a:rPr>
              <a:t>rule.lint(code)  – неразличимы; 78 вызовов меняют смысл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97680" y="3520440"/>
            <a:ext cx="548640" cy="146304"/>
          </a:xfrm>
          <a:prstGeom prst="rightArrow">
            <a:avLst/>
          </a:prstGeom>
          <a:solidFill>
            <a:srgbClr val="9066FF"/>
          </a:solidFill>
          <a:ln w="9525">
            <a:solidFill>
              <a:srgbClr val="9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434840"/>
            <a:ext cx="782726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C9B8FF"/>
                </a:solidFill>
                <a:latin typeface="Golos Text"/>
              </a:rPr>
              <a:t>Конфликт показан до применения. Применение – одна операция: либо всё, либо ничего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Результат и цена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1234440"/>
            <a:ext cx="15316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Человек с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2796" y="1234440"/>
            <a:ext cx="15316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4416" y="1234440"/>
            <a:ext cx="15316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LSP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6036" y="1234440"/>
            <a:ext cx="15316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 lang="ru-RU">
                <a:solidFill>
                  <a:srgbClr val="C9B8FF"/>
                </a:solidFill>
                <a:latin typeface="Golos Text"/>
              </a:rPr>
              <a:t>Движок IDE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" y="1618488"/>
            <a:ext cx="8229600" cy="0"/>
          </a:xfrm>
          <a:prstGeom prst="line">
            <a:avLst/>
          </a:prstGeom>
          <a:ln w="15240">
            <a:solidFill>
              <a:srgbClr val="906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8056" y="169164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Найдены все места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169164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169164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2 из 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169164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6036" y="169164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2084832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Правки только по делу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084832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796" y="2084832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комментарий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084832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2084832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478024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Поведение сохранено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1176" y="2478024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93C47D"/>
                </a:solidFill>
                <a:latin typeface="Golos Text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2796" y="2478024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1" i="0" lang="ru-RU">
                <a:solidFill>
                  <a:srgbClr val="EA9999"/>
                </a:solidFill>
                <a:latin typeface="Golos Text"/>
              </a:rPr>
              <a:t>✗ сборка зелёная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2478024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6036" y="2478024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8056" y="2871216"/>
            <a:ext cx="8229600" cy="0"/>
          </a:xfrm>
          <a:prstGeom prst="line">
            <a:avLst/>
          </a:prstGeom>
          <a:ln w="6350">
            <a:solidFill>
              <a:srgbClr val="B8B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8056" y="2871216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Время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2871216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2796" y="2871216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13,7 мин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2871216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6036" y="2871216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" y="3264408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Стоимость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1176" y="3264408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2796" y="3264408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$4.41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4416" y="3264408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6036" y="3264408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3657600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Ходы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1176" y="365760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2796" y="365760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4416" y="365760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6036" y="3657600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" y="4050791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Токены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51176" y="4050791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2796" y="4050791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3,9M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4416" y="4050791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6036" y="4050791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4443983"/>
            <a:ext cx="21031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1" i="0" lang="ru-RU">
                <a:solidFill>
                  <a:srgbClr val="FFFFFF"/>
                </a:solidFill>
                <a:latin typeface="Golos Text"/>
              </a:rPr>
              <a:t>Стартовый контекст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1176" y="4443983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FFFFF"/>
                </a:solidFill>
                <a:latin typeface="Golos Text"/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2796" y="4443983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14416" y="4443983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46036" y="4443983"/>
            <a:ext cx="1531620" cy="3931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50" b="0" i="0" lang="ru-RU">
                <a:solidFill>
                  <a:srgbClr val="F6C26B"/>
                </a:solidFill>
                <a:latin typeface="Golos Text"/>
              </a:rPr>
              <a:t>TODO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Введение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Подходы к рефакторингу в агентах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1" lang="ru-RU">
                <a:solidFill>
                  <a:srgbClr val="FFFFFF"/>
                </a:solidFill>
                <a:latin typeface="Golos Text"/>
              </a:rPr>
              <a:t>Почему агенты правят текстом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MCP для рефакторинга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Почему агенты правят текстом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Bias 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05156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 lang="ru-RU">
                <a:solidFill>
                  <a:srgbClr val="B8B8C8"/>
                </a:solidFill>
                <a:latin typeface="Golos Text"/>
              </a:rPr>
              <a:t>Codex CLI – системный промпт</a:t>
            </a:r>
          </a:p>
        </p:txBody>
      </p:sp>
      <p:pic>
        <p:nvPicPr>
          <p:cNvPr id="6" name="Picture 5" descr="codex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25880"/>
            <a:ext cx="6949440" cy="1791411"/>
          </a:xfrm>
          <a:prstGeom prst="roundRect">
            <a:avLst>
              <a:gd name="adj" fmla="val 7146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448056" y="32461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 lang="ru-RU">
                <a:solidFill>
                  <a:srgbClr val="B8B8C8"/>
                </a:solidFill>
                <a:latin typeface="Golos Text"/>
              </a:rPr>
              <a:t>Claude Code – системный промпт в режиме bypass / auto, август 2026</a:t>
            </a:r>
          </a:p>
        </p:txBody>
      </p:sp>
      <p:pic>
        <p:nvPicPr>
          <p:cNvPr id="8" name="Picture 7" descr="claude-code-bypass-iss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520440"/>
            <a:ext cx="6949440" cy="1394125"/>
          </a:xfrm>
          <a:prstGeom prst="roundRect">
            <a:avLst>
              <a:gd name="adj" fmla="val 9182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Почему агенты правят текстом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Bias 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05156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 lang="ru-RU">
                <a:solidFill>
                  <a:srgbClr val="B8B8C8"/>
                </a:solidFill>
                <a:latin typeface="Golos Text"/>
              </a:rPr>
              <a:t>Форум Cursor, июль 2026 – ответы сотрудников Cursor</a:t>
            </a:r>
          </a:p>
        </p:txBody>
      </p:sp>
      <p:pic>
        <p:nvPicPr>
          <p:cNvPr id="6" name="Picture 5" descr="cursor-forum-c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25880"/>
            <a:ext cx="8229600" cy="1878037"/>
          </a:xfrm>
          <a:prstGeom prst="roundRect">
            <a:avLst>
              <a:gd name="adj" fmla="val 6816"/>
            </a:avLst>
          </a:prstGeom>
        </p:spPr>
      </p:pic>
      <p:pic>
        <p:nvPicPr>
          <p:cNvPr id="7" name="Picture 6" descr="cursor-forum-maxim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337560"/>
            <a:ext cx="8229600" cy="1343465"/>
          </a:xfrm>
          <a:prstGeom prst="roundRect">
            <a:avLst>
              <a:gd name="adj" fmla="val 9528"/>
            </a:avLst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Почему агенты правят текстом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Bias 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051560"/>
            <a:ext cx="8229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 lang="ru-RU">
                <a:solidFill>
                  <a:srgbClr val="B8B8C8"/>
                </a:solidFill>
                <a:latin typeface="Golos Text"/>
              </a:rPr>
              <a:t>Документация Serena – MCP-сервера с инструментами LSP для агентов, пост опубликован в октября 2026</a:t>
            </a:r>
          </a:p>
        </p:txBody>
      </p:sp>
      <p:pic>
        <p:nvPicPr>
          <p:cNvPr id="6" name="Picture 5" descr="serena-docs-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89888"/>
            <a:ext cx="5197375" cy="3429000"/>
          </a:xfrm>
          <a:prstGeom prst="roundRect">
            <a:avLst>
              <a:gd name="adj" fmla="val 3733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5852160" y="1389888"/>
            <a:ext cx="2834640" cy="3429000"/>
          </a:xfrm>
          <a:prstGeom prst="roundRect">
            <a:avLst>
              <a:gd name="adj" fmla="val 451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spcAft>
                <a:spcPts val="1000"/>
              </a:spcAft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«Описания встроенных инструментов Claude Code – почти 16k токенов; пользователь их не меняет»</a:t>
            </a:r>
          </a:p>
          <a:p>
            <a:pPr algn="l">
              <a:spcAft>
                <a:spcPts val="1000"/>
              </a:spcAft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«Почти невозможно убедить Opus 4.7 пользоваться Serena»</a:t>
            </a:r>
          </a:p>
          <a:p>
            <a:pPr algn="l">
              <a:spcAft>
                <a:spcPts val="1000"/>
              </a:spcAft>
            </a:pPr>
            <a:r>
              <a:rPr sz="1200" b="0" i="0" lang="ru-RU">
                <a:solidFill>
                  <a:srgbClr val="B8B8C8"/>
                </a:solidFill>
                <a:latin typeface="Golos Text"/>
              </a:rPr>
              <a:t>Авторы дают отдельный системный промпт против этого смещения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Почему агенты правят текстом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Bias моделей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F6C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 b="1" i="0" lang="ru-RU">
                <a:solidFill>
                  <a:srgbClr val="F6C26B"/>
                </a:solidFill>
                <a:latin typeface="Golos Text"/>
              </a:rPr>
              <a:t>TODO: бенчмарк по моделям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3783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300" b="1" i="0" lang="ru-RU">
                <a:solidFill>
                  <a:srgbClr val="C9B8FF"/>
                </a:solidFill>
                <a:latin typeface="Golos Text"/>
              </a:rPr>
              <a:t>Пилот AgentConnect, август 2026</a:t>
            </a:r>
          </a:p>
          <a:p>
            <a:pPr algn="l">
              <a:spcAft>
                <a:spcPts val="800"/>
              </a:spcAft>
            </a:pPr>
            <a:r>
              <a:rPr sz="1200" b="0" i="0" lang="ru-RU">
                <a:solidFill>
                  <a:srgbClr val="B8B8C8"/>
                </a:solidFill>
                <a:latin typeface="Golos Text"/>
              </a:rPr>
              <a:t>Модели Claude, LSP доступен как инструмент: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выбирали LSP в 0–6 % задач на поиск места в коде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в 3 % задач на переименование</a:t>
            </a:r>
          </a:p>
          <a:p>
            <a:pPr algn="l" marL="201168" indent="-20116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200" b="0" i="0" lang="ru-RU">
                <a:solidFill>
                  <a:srgbClr val="FFFFFF"/>
                </a:solidFill>
                <a:latin typeface="Golos Text"/>
              </a:rPr>
              <a:t>принудительный LSP снизил долю успешных задач со 100 % до 89 %</a:t>
            </a:r>
          </a:p>
          <a:p>
            <a:pPr algn="l">
              <a:spcAft>
                <a:spcPts val="800"/>
              </a:spcAft>
            </a:pPr>
            <a:r>
              <a:rPr sz="1050" b="0" i="0" lang="ru-RU">
                <a:solidFill>
                  <a:srgbClr val="B8B8C8"/>
                </a:solidFill>
                <a:latin typeface="Golos Text"/>
              </a:rPr>
              <a:t>agentconnect.md/blog/grep-beat-lsp-harness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Введение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Подходы к рефакторингу в агентах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Почему агенты правят текстом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1" lang="ru-RU">
                <a:solidFill>
                  <a:srgbClr val="FFFFFF"/>
                </a:solidFill>
                <a:latin typeface="Golos Text"/>
              </a:rPr>
              <a:t>MCP для рефакторинга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Готовые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MCP для рефакторинга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1887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MCP (Model Context Protocol) – протокол общения LLM с инструментами. MCP-сервер – сервер, отвечающий на запросы LLM по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828800"/>
            <a:ext cx="4023360" cy="2834640"/>
          </a:xfrm>
          <a:prstGeom prst="roundRect">
            <a:avLst>
              <a:gd name="adj" fmla="val 451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ВСТРОЕННЫЙ MCP-СЕРВЕР INTELLIJ IDEA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Встроен с версии 2025.2; сервер включается в настройках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Из рефакторингов – один инструмент: rename_refactoring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Параметры: путь в проекте, имя символа, новое имя – на перегрузках неоднозначно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Move и Safe Delete отсутствуют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4023360" cy="2834640"/>
          </a:xfrm>
          <a:prstGeom prst="roundRect">
            <a:avLst>
              <a:gd name="adj" fmla="val 4516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800"/>
              </a:spcAft>
            </a:pPr>
            <a:r>
              <a:rPr sz="1050" b="1" i="0" lang="ru-RU">
                <a:solidFill>
                  <a:srgbClr val="C9B8FF"/>
                </a:solidFill>
                <a:latin typeface="Golos Text"/>
              </a:rPr>
              <a:t>VEAI MCP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Инструменты рефакторинга IntelliJ, доступные агенту по MCP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Rename – переименование символа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Move – перенос символа в другой файл или пакет</a:t>
            </a:r>
          </a:p>
          <a:p>
            <a:pPr algn="l" marL="201168" indent="-20116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 i="0" lang="ru-RU">
                <a:solidFill>
                  <a:srgbClr val="FFFFFF"/>
                </a:solidFill>
                <a:latin typeface="Golos Text"/>
              </a:rPr>
              <a:t>Safe Delete – удаление с проверкой использований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Введение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Подходы к рефакторингу в агентах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Почему агенты правят текстом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0" lang="ru-RU">
                <a:solidFill>
                  <a:srgbClr val="93C47D"/>
                </a:solidFill>
                <a:latin typeface="Golos Text"/>
              </a:rPr>
              <a:t>MCP для рефакторинга</a:t>
            </a:r>
          </a:p>
          <a:p>
            <a:pPr marL="201168" indent="-201168">
              <a:spcAft>
                <a:spcPts val="1400"/>
              </a:spcAft>
              <a:buClr>
                <a:srgbClr val="FFFFFF"/>
              </a:buClr>
              <a:buFont typeface="Arial"/>
              <a:buChar char="•"/>
            </a:pPr>
            <a:r>
              <a:rPr sz="2000" b="1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Советы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Что выбрать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280160"/>
            <a:ext cx="201168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B8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 b="1" i="0" lang="ru-RU">
                <a:solidFill>
                  <a:srgbClr val="FFFFFF"/>
                </a:solidFill>
                <a:latin typeface="Golos Text"/>
              </a:rPr>
              <a:t>Текст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280160"/>
            <a:ext cx="608076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B8B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Нет IDE: CI, скрипты, конфиги, чужая машина. Одно имя – одна функция, мест немного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377439"/>
            <a:ext cx="201168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 b="1" i="0" lang="ru-RU">
                <a:solidFill>
                  <a:srgbClr val="FFFFFF"/>
                </a:solidFill>
                <a:latin typeface="Golos Text"/>
              </a:rPr>
              <a:t>LSP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377439"/>
            <a:ext cx="608076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Один язык, есть сервер. Нужны все использования и переименование; остальное – текстом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3474720"/>
            <a:ext cx="201168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/>
            <a:r>
              <a:rPr sz="1600" b="1" i="0" lang="ru-RU">
                <a:solidFill>
                  <a:srgbClr val="FFFFFF"/>
                </a:solidFill>
                <a:latin typeface="Golos Text"/>
              </a:rPr>
              <a:t>Движок 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474720"/>
            <a:ext cx="6080760" cy="96012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250" b="0" i="0" lang="ru-RU">
                <a:solidFill>
                  <a:srgbClr val="FFFFFF"/>
                </a:solidFill>
                <a:latin typeface="Golos Text"/>
              </a:rPr>
              <a:t>Есть IDE и индексы. Несколько языков, одноимённые функции, сотни мест – нужны гарантии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0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Советы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Советы пользователям агентов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554480"/>
            <a:ext cx="4023360" cy="2011680"/>
          </a:xfrm>
          <a:prstGeom prst="roundRect">
            <a:avLst>
              <a:gd name="adj" fmla="val 636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0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Рефакторинг – отдельным коммитом</a:t>
            </a:r>
          </a:p>
          <a:p>
            <a:pPr algn="l">
              <a:spcAft>
                <a:spcPts val="1000"/>
              </a:spcAft>
            </a:pPr>
            <a:r>
              <a:rPr sz="1250" b="0" i="0" lang="ru-RU">
                <a:solidFill>
                  <a:srgbClr val="FFFFFF"/>
                </a:solidFill>
                <a:latin typeface="Golos Text"/>
              </a:rPr>
              <a:t>Отдельно от изменения поведения. Ревью читаемо, откат возможен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554480"/>
            <a:ext cx="4023360" cy="2011680"/>
          </a:xfrm>
          <a:prstGeom prst="roundRect">
            <a:avLst>
              <a:gd name="adj" fmla="val 6363"/>
            </a:avLst>
          </a:prstGeom>
          <a:noFill/>
          <a:ln w="28575">
            <a:solidFill>
              <a:srgbClr val="93C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>
              <a:spcAft>
                <a:spcPts val="10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Автоматическая проверка – обязательна</a:t>
            </a:r>
          </a:p>
          <a:p>
            <a:pPr algn="l">
              <a:spcAft>
                <a:spcPts val="1000"/>
              </a:spcAft>
            </a:pPr>
            <a:r>
              <a:rPr sz="1250" b="0" i="0" lang="ru-RU">
                <a:solidFill>
                  <a:srgbClr val="FFFFFF"/>
                </a:solidFill>
                <a:latin typeface="Golos Text"/>
              </a:rPr>
              <a:t>Тесты, компиляция, линтер. В кейсе сборка была зелёной при изменённом поведении – хелперы тестами не покрыты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 lang="ru-RU">
                <a:solidFill>
                  <a:srgbClr val="FFFFFF"/>
                </a:solidFill>
                <a:latin typeface="Golos Text"/>
              </a:rPr>
              <a:t>Главные мысли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" y="1325880"/>
            <a:ext cx="2606040" cy="2743200"/>
          </a:xfrm>
          <a:prstGeom prst="roundRect">
            <a:avLst>
              <a:gd name="adj" fmla="val 4912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09728" bIns="109728"/>
          <a:lstStyle/>
          <a:p>
            <a:pPr algn="l">
              <a:spcAft>
                <a:spcPts val="200"/>
              </a:spcAft>
            </a:pPr>
            <a:r>
              <a:rPr sz="3400" b="1" i="0" lang="ru-RU">
                <a:solidFill>
                  <a:srgbClr val="9066FF"/>
                </a:solidFill>
                <a:latin typeface="Golos Text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Рефакторинг – преобразование с гарантиями</a:t>
            </a:r>
          </a:p>
          <a:p>
            <a:pPr algn="l"/>
            <a:r>
              <a:rPr sz="1150" b="0" i="0" lang="ru-RU">
                <a:solidFill>
                  <a:srgbClr val="FFFFFF"/>
                </a:solidFill>
                <a:latin typeface="Golos Text"/>
              </a:rPr>
              <a:t>Полнота при поиске, корректность при применении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4408" y="1325880"/>
            <a:ext cx="2606040" cy="2743200"/>
          </a:xfrm>
          <a:prstGeom prst="roundRect">
            <a:avLst>
              <a:gd name="adj" fmla="val 4912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09728" bIns="109728"/>
          <a:lstStyle/>
          <a:p>
            <a:pPr algn="l">
              <a:spcAft>
                <a:spcPts val="200"/>
              </a:spcAft>
            </a:pPr>
            <a:r>
              <a:rPr sz="3400" b="1" i="0" lang="ru-RU">
                <a:solidFill>
                  <a:srgbClr val="9066FF"/>
                </a:solidFill>
                <a:latin typeface="Golos Text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Дело в инструментах, не в модели</a:t>
            </a:r>
          </a:p>
          <a:p>
            <a:pPr algn="l"/>
            <a:r>
              <a:rPr sz="1150" b="0" i="0" lang="ru-RU">
                <a:solidFill>
                  <a:srgbClr val="FFFFFF"/>
                </a:solidFill>
                <a:latin typeface="Golos Text"/>
              </a:rPr>
              <a:t>Та же модель с grep и с движком – разный результат и разная цена. Считайте ходы, время и токены, а не только зелёные тесты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2606040" cy="2743200"/>
          </a:xfrm>
          <a:prstGeom prst="roundRect">
            <a:avLst>
              <a:gd name="adj" fmla="val 4912"/>
            </a:avLst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09728" bIns="109728"/>
          <a:lstStyle/>
          <a:p>
            <a:pPr algn="l">
              <a:spcAft>
                <a:spcPts val="200"/>
              </a:spcAft>
            </a:pPr>
            <a:r>
              <a:rPr sz="3400" b="1" i="0" lang="ru-RU">
                <a:solidFill>
                  <a:srgbClr val="9066FF"/>
                </a:solidFill>
                <a:latin typeface="Golos Text"/>
              </a:rPr>
              <a:t>3</a:t>
            </a:r>
          </a:p>
          <a:p>
            <a:pPr algn="l">
              <a:spcAft>
                <a:spcPts val="800"/>
              </a:spcAft>
            </a:pPr>
            <a:r>
              <a:rPr sz="1500" b="1" i="0" lang="ru-RU">
                <a:solidFill>
                  <a:srgbClr val="FFFFFF"/>
                </a:solidFill>
                <a:latin typeface="Golos Text"/>
              </a:rPr>
              <a:t>Инструмент рефакторинга уже есть – в IDE</a:t>
            </a:r>
          </a:p>
          <a:p>
            <a:pPr algn="l"/>
            <a:r>
              <a:rPr sz="1150" b="0" i="0" lang="ru-RU">
                <a:solidFill>
                  <a:srgbClr val="FFFFFF"/>
                </a:solidFill>
                <a:latin typeface="Golos Text"/>
              </a:rPr>
              <a:t>Полнота, конфликты до правки, атомарность. Модель решает «что», движок делает «как». Отдайте его агенту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4334256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 lang="ru-RU">
                <a:solidFill>
                  <a:srgbClr val="B8B8C8"/>
                </a:solidFill>
                <a:latin typeface="Golos Text"/>
              </a:rPr>
              <a:t>Рефакторинг в ИИ-агентах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54864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 lang="ru-RU">
                <a:solidFill>
                  <a:srgbClr val="B8B8C8"/>
                </a:solidFill>
                <a:latin typeface="Golos Text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63093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0" i="0" lang="ru-RU">
                <a:solidFill>
                  <a:srgbClr val="FFFFFF"/>
                </a:solidFill>
                <a:latin typeface="Golos Text"/>
              </a:rPr>
              <a:t>Спасибо</a:t>
            </a:r>
          </a:p>
          <a:p>
            <a:pPr algn="l"/>
            <a:r>
              <a:rPr sz="4800" b="0" i="0" lang="ru-RU">
                <a:solidFill>
                  <a:srgbClr val="FFFFFF"/>
                </a:solidFill>
                <a:latin typeface="Golos Text"/>
              </a:rPr>
              <a:t>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 lang="ru-RU">
                <a:solidFill>
                  <a:srgbClr val="C9B8FF"/>
                </a:solidFill>
                <a:latin typeface="Golos Text"/>
              </a:rPr>
              <a:t>Вопросы?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4014215"/>
            <a:ext cx="4041648" cy="7498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 lang="ru-RU">
                <a:solidFill>
                  <a:srgbClr val="FFFFFF"/>
                </a:solidFill>
                <a:latin typeface="Golos Text"/>
              </a:rPr>
              <a:t>Попробовать агента: veai.ru</a:t>
            </a:r>
          </a:p>
          <a:p>
            <a:pPr algn="l"/>
            <a:r>
              <a:rPr sz="1300" b="1" i="0" lang="ru-RU">
                <a:solidFill>
                  <a:srgbClr val="FFFFFF"/>
                </a:solidFill>
                <a:latin typeface="Golos Text"/>
              </a:rPr>
              <a:t>Telegram-канал: @veai_devs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lan Presentation">
  <a:themeElements>
    <a:clrScheme name="Simple Light">
      <a:dk1>
        <a:srgbClr val="FFFFFF"/>
      </a:dk1>
      <a:lt1>
        <a:srgbClr val="2C2C2E"/>
      </a:lt1>
      <a:dk2>
        <a:srgbClr val="B5B5B7"/>
      </a:dk2>
      <a:lt2>
        <a:srgbClr val="D6DEE6"/>
      </a:lt2>
      <a:accent1>
        <a:srgbClr val="0141FA"/>
      </a:accent1>
      <a:accent2>
        <a:srgbClr val="0B67FF"/>
      </a:accent2>
      <a:accent3>
        <a:srgbClr val="3E319E"/>
      </a:accent3>
      <a:accent4>
        <a:srgbClr val="5920CA"/>
      </a:accent4>
      <a:accent5>
        <a:srgbClr val="9900FF"/>
      </a:accent5>
      <a:accent6>
        <a:srgbClr val="3C4043"/>
      </a:accent6>
      <a:hlink>
        <a:srgbClr val="B5B5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usiness Plan Presentation">
  <a:themeElements>
    <a:clrScheme name="Simple Light">
      <a:dk1>
        <a:srgbClr val="FFFFFF"/>
      </a:dk1>
      <a:lt1>
        <a:srgbClr val="2C2C2E"/>
      </a:lt1>
      <a:dk2>
        <a:srgbClr val="B5B5B7"/>
      </a:dk2>
      <a:lt2>
        <a:srgbClr val="D6DEE6"/>
      </a:lt2>
      <a:accent1>
        <a:srgbClr val="0141FA"/>
      </a:accent1>
      <a:accent2>
        <a:srgbClr val="0B67FF"/>
      </a:accent2>
      <a:accent3>
        <a:srgbClr val="3E319E"/>
      </a:accent3>
      <a:accent4>
        <a:srgbClr val="5920CA"/>
      </a:accent4>
      <a:accent5>
        <a:srgbClr val="9900FF"/>
      </a:accent5>
      <a:accent6>
        <a:srgbClr val="3C4043"/>
      </a:accent6>
      <a:hlink>
        <a:srgbClr val="B5B5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1924</Words>
  <Application>Microsoft Macintosh PowerPoint</Application>
  <PresentationFormat>Экран (16:9)</PresentationFormat>
  <Paragraphs>381</Paragraphs>
  <Slides>30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30</vt:i4>
      </vt:variant>
    </vt:vector>
  </HeadingPairs>
  <TitlesOfParts>
    <vt:vector size="41" baseType="lpstr">
      <vt:lpstr>Arial</vt:lpstr>
      <vt:lpstr>Golos Text Medium</vt:lpstr>
      <vt:lpstr>Calibri</vt:lpstr>
      <vt:lpstr>Archivo SemiBold</vt:lpstr>
      <vt:lpstr>Golos Text SemiBold</vt:lpstr>
      <vt:lpstr>Golos Text</vt:lpstr>
      <vt:lpstr>Archivo Light</vt:lpstr>
      <vt:lpstr>Archivo</vt:lpstr>
      <vt:lpstr>Simple Light</vt:lpstr>
      <vt:lpstr>Business Plan Presentation</vt:lpstr>
      <vt:lpstr>Business Plan Presentation</vt:lpstr>
      <vt:lpstr>Вебинар скоро начнется</vt:lpstr>
      <vt:lpstr>Работа с ИИ инструментами на уровне пользователя</vt:lpstr>
      <vt:lpstr>04</vt:lpstr>
      <vt:lpstr>Напоминание: ключевые термины</vt:lpstr>
      <vt:lpstr>Методология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Подходы</vt:lpstr>
      <vt:lpstr>Specification-Driven Development (SDD)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Обратная связь (feedback loops)</vt:lpstr>
      <vt:lpstr>Обратная связь (feedback loops)</vt:lpstr>
      <vt:lpstr>Презентация PowerPoint</vt:lpstr>
      <vt:lpstr>Параллельная работа и субагенты</vt:lpstr>
      <vt:lpstr>Субагенты (subagents)</vt:lpstr>
      <vt:lpstr>Презентация PowerPoint</vt:lpstr>
      <vt:lpstr>Параллельная работа: git worktrees</vt:lpstr>
      <vt:lpstr>Личная настройка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11</cp:revision>
  <dcterms:modified xsi:type="dcterms:W3CDTF">2026-07-15T17:14:21Z</dcterms:modified>
</cp:coreProperties>
</file>