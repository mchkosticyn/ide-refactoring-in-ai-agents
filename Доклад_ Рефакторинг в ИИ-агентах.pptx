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молчаливый,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молча применить. Но это выбор сервера, а не правило протокола, и продолжить после отказа нечем.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 В нашем прогоне Kotlin LSP отказал строкой – это поведение сервера, не протокола.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>
                <a:solidFill>
                  <a:srgbClr val="F6C26B"/>
                </a:solidFill>
                <a:latin typeface="Golos Text"/>
              </a:rPr>
              <a:t>Эксперт доклада: Максим TODO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Вместе делали инструменты рефакторинга в Veai и демо для этого доклада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Дальше: один кейс – человек и три агента, одни метрики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B8B8C8"/>
                </a:solidFill>
                <a:latin typeface="Golos Text"/>
              </a:rPr>
              <a:t>Реальный PR, февраль 2025. Проект открытый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TODO: видео IntelliJ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221992"/>
            <a:ext cx="2651760" cy="248716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94304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0552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Операций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Ключевые термины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TODO: видео Claude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Токены: 64k out · 3,7M cache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64k · 3,7M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EA9999"/>
                </a:solidFill>
                <a:latin typeface="Menlo"/>
              </a:rPr>
              <a:t>  lint("fun f() { $code }")  – вызов без точки, не найден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то»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«prefer using rg … Do not use apply_patch … when scripting is more efficient (such as search and replacing a string across a codebase)»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93392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«make file changes with sed, heredocs, or short scripts, rather than using the dedicated Read, Edit, or Write tools»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798064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документация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«leaves Glob and Grep out of the default tool set, and Claude searches with find and grep through the Bash tool instead»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602736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OpenCode – инструмент Edit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«Use replaceAll … if you want to rename a variable»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4348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Rename через LSP или IDE: Copilot CLI, JetBrains Junie, Serena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Модели и инструменты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Veai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463040"/>
            <a:ext cx="8229600" cy="2194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Дальше – тот же кейс, тот же промпт, та же модель; меняем только набор инструментов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Veai: набор инструментов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скриншот панели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ДВА ЗАПУСКА</a:t>
            </a:r>
          </a:p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FFFFFF"/>
                </a:solidFill>
                <a:latin typeface="Golos Text"/>
              </a:rPr>
              <a:t>Подход 2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текст + LSP; рефакторинг выключен</a:t>
            </a:r>
          </a:p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FFFFFF"/>
                </a:solidFill>
                <a:latin typeface="Golos Text"/>
              </a:rPr>
              <a:t>Подход 3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текст + рефакторинг; LSP выключен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TODO: видео Veai, LSP включён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резолвит символы, клиент спрашивает его по стандарту. Один протокол,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pyright, Kotlin LSP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Поиск по символу, а не по подстроке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Одна операция – rename; параметров нет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Модель у сервера, файлы у клиента; сигнала «индекс готов» нет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Ограничения протокола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Одна операция – rename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Move, Change Signature, Inline – только названия в меню. Параметров у операций нет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Модель и файлы – в разных процессах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Сервер держит модель, клиент – файлы. Сигнала «индекс готов» нет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Ссылки из другого языка и из конфигурации не видны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Ошибка строкой, молча или пометка на правке. «Продолжить всё равно» нет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TODO: видео Veai, рефакторинг включён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719072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Rule.compileAndLint  1558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40740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Проверяет резолв после правки;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Движок: конфликт «функция lint уже объявлена» – до применения. Текст: 2 из 78 молча. LSP: как повезёт с сервером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65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136" y="12344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3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691640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3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12140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212140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551176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0565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молча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551176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980944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980944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565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980944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410712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0136" y="3410712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840479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3 операции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0565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0136" y="3840479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3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27024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0565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427024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3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6C26B"/>
                </a:solidFill>
                <a:latin typeface="Golos Text"/>
              </a:rPr>
              <a:t>TODO: список инструментов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Автоматическая проверяемость обязательна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Тесты, линтеры, компиляция – особенно при текстовых правках, где агент ошибается молча. В кейсе сборка была зелёной – поймал бы только CI-job с флагом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Как отдать движок агенту: четыре принципа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Адресация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 оффсеты и строки, а сигнатура и стабильный идентификатор символа. Отдельный инструмент поиска возвращает кандидатов с контекстом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2032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Гранулярность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Набор инструментов по видам рефакторинга с параметрами. Описание инструмента – промпт: когда применять, что ожидать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6008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Предпросмотр → применение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Сначала «что произойдёт» структурой: места, конфликты. Потом применение. Три состояния: применено / конфликт / устарело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9984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Текст ошибки – для модели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Что не так, где, из-за чего. «Refactoring failed» не даёт следующего шага; «символ неоднозначен, кандидаты: …» – даёт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