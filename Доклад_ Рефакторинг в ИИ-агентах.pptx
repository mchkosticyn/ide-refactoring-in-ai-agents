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  <p:sldId id="297" r:id="rId68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Relationship Id="rId68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из прогонов 2026-10-10: в 4 из 5 агент тронул IndentationSpec.kt – заменил import compileAndLint на import lint; после этого subject.lint(code) в файле вызывает Rule.lint вместо FormattingRule.lint – текст не изменился, функция другая, сборка зелёная. TODO: подтвердить в IDE (Go to Declaration). Вызов без точки lint("fun f() { $code }") – вторая ловушка того же рода: в прогоне 29.09 пропущен, в прогонах 10.10 найден. Вывод: нужен инструмент, который видит функции и их вызовы, а не строки.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Таблица растёт по ходу доклада: после каждого подхода – колонка.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текстом: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 по выбору подхода – просьба оргкомитета. Ни один не «правильный»: у каждого ситуация, где он уместен.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112264"/>
          </a:xfrm>
          <a:prstGeom prst="roundRect">
            <a:avLst>
              <a:gd name="adj" fmla="val 606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9584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60704"/>
            <a:ext cx="822960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с помощью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1912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строки и подстроки, а не функции и вызовы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8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Ничего не нужно: ни индекса, ни IDE, ни запущенного проекта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Работает где угодно: CI, worktree, удалённая машина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Любой язык и формат файла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Одно имя – разные функции: FormattingRule.lint и комментарий попадают в замену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Та же функция – другая запись: вызов без точки в замену не попадает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Замена не проверяет результат: строка заменена – не значит, что вызов ведёт туда же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Каждое место – отдельная операция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Одна строка – две разные функции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325880"/>
            <a:ext cx="8229600" cy="1691640"/>
          </a:xfrm>
          <a:prstGeom prst="roundRect">
            <a:avLst>
              <a:gd name="adj" fmla="val 756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detekt-rules-style/…/UnusedParameterSpec.kt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Menlo"/>
              </a:rPr>
              <a:t>    subject.lint(code)   // Rule.lint – та, что меняем</a:t>
            </a:r>
          </a:p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detekt-formatting/…/IndentationSpec.kt</a:t>
            </a:r>
          </a:p>
          <a:p>
            <a:pPr algn="l">
              <a:spcAft>
                <a:spcPts val="200"/>
              </a:spcAft>
            </a:pPr>
            <a:r>
              <a:rPr sz="1250" b="0" i="0" lang="ru-RU">
                <a:solidFill>
                  <a:srgbClr val="EA9999"/>
                </a:solidFill>
                <a:latin typeface="Menlo"/>
              </a:rPr>
              <a:t>    subject.lint(code)   // FormattingRule.lint – другая функция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Поиск по подстроке: пропускает одни места и захватывает чужие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После замены вызов может вести в другую функцию – замена этого не проверяет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441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Символ – функция, класс или переменная вместе со всеми местами, где она используется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знает, какой текст к какому символу относится.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7827264" cy="1325880"/>
          </a:xfrm>
          <a:prstGeom prst="roundRect">
            <a:avLst>
              <a:gd name="adj" fmla="val 9655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символу, а не по подстроке: вызов без точки и одноимённая функция другого типа различаются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есть для любого основного языка; IDE не нужна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протокол: агент говорит с любым сервером одинаково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переименование: перенос, смена сигнатуры, удаление не передать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знает, что уже изменилось: когда индекс актуален – неизвестно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язык: ссылки из другого языка и из конфигурации не видны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– на усмотрение сервера: ошибка, применение без предупреждения или пометка; «продолжить всё равно»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либо всё, либо ничего; один откат на всю операцию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 примеряется на копии в памяти: конфликты видны до того, как тронут файл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в памяти, файл не меняется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«функция lint уже объявлена» – показан до применения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Одна команда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Как транзакция в БД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Один откат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  <a:p>
            <a:pPr algn="l">
              <a:spcAft>
                <a:spcPts val="800"/>
              </a:spcAft>
            </a:pPr>
            <a:r>
              <a:rPr sz="1100" b="0" i="0" lang="ru-RU">
                <a:solidFill>
                  <a:srgbClr val="C9B8FF"/>
                </a:solidFill>
                <a:latin typeface="Golos Text"/>
              </a:rPr>
              <a:t>Не бывает «переименовано в 130 файлах из 133»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  <a:p>
            <a:pPr algn="l"/>
            <a:r>
              <a:rPr sz="1200" b="0" i="0" lang="ru-RU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Что выбрать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Текст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28016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Нет IDE: CI, скрипты, конфиги, чужая машина. Одно имя – одна функция, мест немного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377439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LSP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377439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Один язык, есть сервер. Нужны все использования и переименование; остальное – текстом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347472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Движок 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47472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Есть IDE и индексы. Несколько языков, одноимённые функции, сотни мест – нужны гарантии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