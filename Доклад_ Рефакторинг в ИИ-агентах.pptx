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без сигнала,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 lang="ru-RU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 lang="ru-RU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Подзадача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1965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429000"/>
            <a:ext cx="8229600" cy="777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54480"/>
            <a:ext cx="8229600" cy="1188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 lang="ru-RU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IDE: IntelliJ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203704"/>
            <a:ext cx="2651760" cy="250545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≈ 30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≈ $30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00" b="0" i="0" lang="ru-RU">
                <a:solidFill>
                  <a:srgbClr val="B8B8C8"/>
                </a:solidFill>
                <a:latin typeface="Golos Text"/>
              </a:rPr>
              <a:t>Два коммита автора PR за 20 минут, 3 января 2025; ставка $60/ч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Нулевая цена входа: без индекса и IDE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737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</a:t>
            </a:r>
          </a:p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EA9999"/>
                </a:solidFill>
                <a:latin typeface="Menlo"/>
              </a:rPr>
              <a:t>  lint("fun f() { $code }")  – не найден (вызов без точки)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Подстрока ≠ символ: пропуски и ложные попадания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Правка не знает, что меняет. «Прошло» не значит «заменило правильно»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 lang="ru-RU">
                <a:solidFill>
                  <a:srgbClr val="C9B8FF"/>
                </a:solidFill>
                <a:latin typeface="Golos Text"/>
              </a:rPr>
              <a:t>Codex CLI – системный промпт</a:t>
            </a:r>
          </a:p>
          <a:p>
            <a:pPr algn="l"/>
            <a:r>
              <a:rPr sz="1050" b="0" i="1" lang="ru-RU">
                <a:solidFill>
                  <a:srgbClr val="FFFFFF"/>
                </a:solidFill>
                <a:latin typeface="Golos Text"/>
              </a:rPr>
              <a:t>«prefer using rg … Do not use apply_patch … when scripting is more efficient (such as search and replacing a string across a codebase)»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92808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 lang="ru-RU">
                <a:solidFill>
                  <a:srgbClr val="C9B8FF"/>
                </a:solidFill>
                <a:latin typeface="Golos Text"/>
              </a:rPr>
              <a:t>Claude Code – режим bypass / auto</a:t>
            </a:r>
          </a:p>
          <a:p>
            <a:pPr algn="l"/>
            <a:r>
              <a:rPr sz="1050" b="0" i="1" lang="ru-RU">
                <a:solidFill>
                  <a:srgbClr val="FFFFFF"/>
                </a:solidFill>
                <a:latin typeface="Golos Text"/>
              </a:rPr>
              <a:t>«make file changes with sed, heredocs, or short scripts, rather than using the dedicated Read, Edit, or Write tools»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96896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 lang="ru-RU">
                <a:solidFill>
                  <a:srgbClr val="C9B8FF"/>
                </a:solidFill>
                <a:latin typeface="Golos Text"/>
              </a:rPr>
              <a:t>Claude Code – документация</a:t>
            </a:r>
          </a:p>
          <a:p>
            <a:pPr algn="l"/>
            <a:r>
              <a:rPr sz="1050" b="0" i="1" lang="ru-RU">
                <a:solidFill>
                  <a:srgbClr val="FFFFFF"/>
                </a:solidFill>
                <a:latin typeface="Golos Text"/>
              </a:rPr>
              <a:t>«leaves Glob and Grep out of the default tool set, and Claude searches with find and grep through the Bash tool instead»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3300984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 lang="ru-RU">
                <a:solidFill>
                  <a:srgbClr val="C9B8FF"/>
                </a:solidFill>
                <a:latin typeface="Golos Text"/>
              </a:rPr>
              <a:t>OpenCode – инструмент Edit</a:t>
            </a:r>
          </a:p>
          <a:p>
            <a:pPr algn="l"/>
            <a:r>
              <a:rPr sz="1050" b="0" i="1" lang="ru-RU">
                <a:solidFill>
                  <a:srgbClr val="FFFFFF"/>
                </a:solidFill>
                <a:latin typeface="Golos Text"/>
              </a:rPr>
              <a:t>«Use replaceAll … if you want to rename a variable»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" y="4005072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 lang="ru-RU">
                <a:solidFill>
                  <a:srgbClr val="C9B8FF"/>
                </a:solidFill>
                <a:latin typeface="Golos Text"/>
              </a:rPr>
              <a:t>Serena (LSP-инструменты для агентов) – README</a:t>
            </a:r>
          </a:p>
          <a:p>
            <a:pPr algn="l"/>
            <a:r>
              <a:rPr sz="1050" b="0" i="1" lang="ru-RU">
                <a:solidFill>
                  <a:srgbClr val="FFFFFF"/>
                </a:solidFill>
                <a:latin typeface="Golos Text"/>
              </a:rPr>
              <a:t>«The descriptions of CC's system tools take almost 16k tokens, cannot be adjusted by the user, and introduce a very strong bias towards internal tools, making it almost impossible to convince Opus 4.7 to use Serena»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463040"/>
            <a:ext cx="8229600" cy="2194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языка: отдельный процесс резолвит символы, клиент спрашивает его по стандарту. Один протокол,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pyright, Kotlin LSP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(LSP вкл, рефакторинг выкл)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Поиск по символу, а не по подстроке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Сервер не знает, что уже изменилось; когда индекс актуален – неизвестно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Ограничения протокола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/>
            <a:r>
              <a:rPr sz="1150" b="0" i="0" lang="ru-RU">
                <a:solidFill>
                  <a:srgbClr val="B8B8C8"/>
                </a:solidFill>
                <a:latin typeface="Golos Text"/>
              </a:rPr>
              <a:t>Перенос, смена сигнатуры, удаление – в протоколе нет; передать им параметры нечем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не знает, что уже изменилось</a:t>
            </a:r>
          </a:p>
          <a:p>
            <a:pPr algn="l"/>
            <a:r>
              <a:rPr sz="1150" b="0" i="0" lang="ru-RU">
                <a:solidFill>
                  <a:srgbClr val="B8B8C8"/>
                </a:solidFill>
                <a:latin typeface="Golos Text"/>
              </a:rPr>
              <a:t>Правки агента сервер видит только после уведомления клиента; когда индекс актуален – неизвестно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/>
            <a:r>
              <a:rPr sz="1150" b="0" i="0" lang="ru-RU">
                <a:solidFill>
                  <a:srgbClr val="B8B8C8"/>
                </a:solidFill>
                <a:latin typeface="Golos Text"/>
              </a:rPr>
              <a:t>Ссылки из другого языка и из конфигурации не видны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  <a:p>
            <a:pPr algn="l"/>
            <a:r>
              <a:rPr sz="1150" b="0" i="0" lang="ru-RU">
                <a:solidFill>
                  <a:srgbClr val="B8B8C8"/>
                </a:solidFill>
                <a:latin typeface="Golos Text"/>
              </a:rPr>
              <a:t>Ошибка строкой, применение без предупреждения или пометка на правке. «Продолжить всё равно» нет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Rule.compileAndLint  1558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(рефакторинг вкл, LSP выкл)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>
              <a:spcAft>
                <a:spcPts val="12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  <a:p>
            <a:pPr algn="l">
              <a:spcAft>
                <a:spcPts val="2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  <a:p>
            <a:pPr algn="l">
              <a:spcAft>
                <a:spcPts val="12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Проверяет резолв после правки; список конфликтов до применения</a:t>
            </a:r>
          </a:p>
          <a:p>
            <a:pPr algn="l">
              <a:spcAft>
                <a:spcPts val="2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Атомарность</a:t>
            </a:r>
          </a:p>
          <a:p>
            <a:pPr algn="l">
              <a:spcAft>
                <a:spcPts val="4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 lang="ru-RU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C9B8FF"/>
                </a:solidFill>
                <a:latin typeface="Golos Text"/>
              </a:rPr>
              <a:t>Конфликт «функция lint уже объявлена» – показан до применения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 lang="ru-RU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565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0136" y="12344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3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91640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691640"/>
            <a:ext cx="14630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3176" y="1691640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084832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2084832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2084832"/>
            <a:ext cx="14630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6" y="2084832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478024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05656" y="2478024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0136" y="2478024"/>
            <a:ext cx="14630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2478024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871216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≈ 30 мин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5656" y="2871216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136" y="2871216"/>
            <a:ext cx="14630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6" y="2871216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264408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≈ $30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5656" y="3264408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0136" y="3264408"/>
            <a:ext cx="14630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264408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657600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05656" y="3657600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0136" y="3657600"/>
            <a:ext cx="14630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23176" y="3657600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050791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05656" y="4050791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0136" y="4050791"/>
            <a:ext cx="14630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3176" y="4050791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176" y="4443983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05656" y="4443983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0136" y="4443983"/>
            <a:ext cx="14630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23176" y="4443983"/>
            <a:ext cx="155448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indefinite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Встроен и включён по умолчанию с версии 2025.2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Extract Method, Change Signature, Inline –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 lang="ru-RU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