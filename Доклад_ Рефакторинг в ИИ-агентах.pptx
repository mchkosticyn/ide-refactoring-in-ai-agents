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67" r:id="rId1"/>
    <p:sldMasterId id="2147483768" r:id="rId2"/>
    <p:sldMasterId id="2147483769" r:id="rId3"/>
  </p:sldMasterIdLst>
  <p:notesMasterIdLst>
    <p:notesMasterId r:id="rId34"/>
  </p:notes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26"/>
    <p:sldId id="264" r:id="rId25"/>
    <p:sldId id="265" r:id="rId24"/>
    <p:sldId id="266" r:id="rId23"/>
    <p:sldId id="267" r:id="rId22"/>
    <p:sldId id="268" r:id="rId21"/>
    <p:sldId id="269" r:id="rId20"/>
    <p:sldId id="270" r:id="rId19"/>
    <p:sldId id="271" r:id="rId18"/>
    <p:sldId id="272" r:id="rId17"/>
    <p:sldId id="273" r:id="rId16"/>
    <p:sldId id="274" r:id="rId15"/>
    <p:sldId id="275" r:id="rId14"/>
    <p:sldId id="276" r:id="rId13"/>
    <p:sldId id="277" r:id="rId12"/>
    <p:sldId id="278" r:id="rId11"/>
    <p:sldId id="279" r:id="rId10"/>
    <p:sldId id="280" r:id="rId9"/>
    <p:sldId id="281" r:id="rId8"/>
    <p:sldId id="282" r:id="rId7"/>
    <p:sldId id="283" r:id="rId6"/>
  </p:sldIdLst>
  <p:sldSz cx="9144000" cy="5143500" type="screen16x9"/>
  <p:notesSz cx="6858000" cy="9144000"/>
  <p:embeddedFontLst>
    <p:embeddedFont>
      <p:font typeface="Archivo" pitchFamily="2" charset="0"/>
      <p:regular r:id="rId35"/>
      <p:bold r:id="rId36"/>
      <p:italic r:id="rId37"/>
      <p:boldItalic r:id="rId38"/>
    </p:embeddedFont>
    <p:embeddedFont>
      <p:font typeface="Archivo Light" pitchFamily="2" charset="0"/>
      <p:regular r:id="rId39"/>
      <p:bold r:id="rId40"/>
      <p:italic r:id="rId41"/>
      <p:boldItalic r:id="rId42"/>
    </p:embeddedFont>
    <p:embeddedFont>
      <p:font typeface="Archivo SemiBold" pitchFamily="2" charset="0"/>
      <p:regular r:id="rId43"/>
      <p:bold r:id="rId44"/>
      <p:italic r:id="rId45"/>
      <p:boldItalic r:id="rId46"/>
    </p:embeddedFont>
    <p:embeddedFont>
      <p:font typeface="Golos Text" panose="020B0503020202020204" pitchFamily="34" charset="0"/>
      <p:regular r:id="rId47"/>
      <p:bold r:id="rId48"/>
    </p:embeddedFont>
    <p:embeddedFont>
      <p:font typeface="Golos Text Medium" panose="020B0503020202020204" pitchFamily="34" charset="0"/>
      <p:regular r:id="rId49"/>
      <p:bold r:id="rId50"/>
    </p:embeddedFont>
    <p:embeddedFont>
      <p:font typeface="Golos Text SemiBold" panose="020B0503020202020204" pitchFamily="34" charset="0"/>
      <p:regular r:id="rId51"/>
      <p:bold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9E6048C-C7D9-4681-8BCE-A63DFE67F063}">
  <a:tblStyle styleId="{19E6048C-C7D9-4681-8BCE-A63DFE67F06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85"/>
    <p:restoredTop sz="94691"/>
  </p:normalViewPr>
  <p:slideViewPr>
    <p:cSldViewPr snapToGrid="0">
      <p:cViewPr varScale="1">
        <p:scale>
          <a:sx n="285" d="100"/>
          <a:sy n="285" d="100"/>
        </p:scale>
        <p:origin x="832" y="16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6" Type="http://schemas.openxmlformats.org/officeDocument/2006/relationships/slide" Target="slides/slide28.xml"/><Relationship Id="rId7" Type="http://schemas.openxmlformats.org/officeDocument/2006/relationships/slide" Target="slides/slide27.xml"/><Relationship Id="rId8" Type="http://schemas.openxmlformats.org/officeDocument/2006/relationships/slide" Target="slides/slide26.xml"/><Relationship Id="rId9" Type="http://schemas.openxmlformats.org/officeDocument/2006/relationships/slide" Target="slides/slide25.xml"/><Relationship Id="rId10" Type="http://schemas.openxmlformats.org/officeDocument/2006/relationships/slide" Target="slides/slide24.xml"/><Relationship Id="rId11" Type="http://schemas.openxmlformats.org/officeDocument/2006/relationships/slide" Target="slides/slide23.xml"/><Relationship Id="rId12" Type="http://schemas.openxmlformats.org/officeDocument/2006/relationships/slide" Target="slides/slide22.xml"/><Relationship Id="rId13" Type="http://schemas.openxmlformats.org/officeDocument/2006/relationships/slide" Target="slides/slide21.xml"/><Relationship Id="rId14" Type="http://schemas.openxmlformats.org/officeDocument/2006/relationships/slide" Target="slides/slide20.xml"/><Relationship Id="rId15" Type="http://schemas.openxmlformats.org/officeDocument/2006/relationships/slide" Target="slides/slide19.xml"/><Relationship Id="rId16" Type="http://schemas.openxmlformats.org/officeDocument/2006/relationships/slide" Target="slides/slide18.xml"/><Relationship Id="rId17" Type="http://schemas.openxmlformats.org/officeDocument/2006/relationships/slide" Target="slides/slide17.xml"/><Relationship Id="rId18" Type="http://schemas.openxmlformats.org/officeDocument/2006/relationships/slide" Target="slides/slide16.xml"/><Relationship Id="rId19" Type="http://schemas.openxmlformats.org/officeDocument/2006/relationships/slide" Target="slides/slide15.xml"/><Relationship Id="rId20" Type="http://schemas.openxmlformats.org/officeDocument/2006/relationships/slide" Target="slides/slide14.xml"/><Relationship Id="rId21" Type="http://schemas.openxmlformats.org/officeDocument/2006/relationships/slide" Target="slides/slide13.xml"/><Relationship Id="rId22" Type="http://schemas.openxmlformats.org/officeDocument/2006/relationships/slide" Target="slides/slide12.xml"/><Relationship Id="rId23" Type="http://schemas.openxmlformats.org/officeDocument/2006/relationships/slide" Target="slides/slide11.xml"/><Relationship Id="rId24" Type="http://schemas.openxmlformats.org/officeDocument/2006/relationships/slide" Target="slides/slide10.xml"/><Relationship Id="rId25" Type="http://schemas.openxmlformats.org/officeDocument/2006/relationships/slide" Target="slides/slide9.xml"/><Relationship Id="rId26" Type="http://schemas.openxmlformats.org/officeDocument/2006/relationships/slide" Target="slides/slide8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notesMaster" Target="notesMasters/notesMaster1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font" Target="fonts/font9.fntdata"/><Relationship Id="rId44" Type="http://schemas.openxmlformats.org/officeDocument/2006/relationships/font" Target="fonts/font10.fntdata"/><Relationship Id="rId45" Type="http://schemas.openxmlformats.org/officeDocument/2006/relationships/font" Target="fonts/font11.fntdata"/><Relationship Id="rId46" Type="http://schemas.openxmlformats.org/officeDocument/2006/relationships/font" Target="fonts/font12.fntdata"/><Relationship Id="rId47" Type="http://schemas.openxmlformats.org/officeDocument/2006/relationships/font" Target="fonts/font13.fntdata"/><Relationship Id="rId48" Type="http://schemas.openxmlformats.org/officeDocument/2006/relationships/font" Target="fonts/font14.fntdata"/><Relationship Id="rId49" Type="http://schemas.openxmlformats.org/officeDocument/2006/relationships/font" Target="fonts/font15.fntdata"/><Relationship Id="rId50" Type="http://schemas.openxmlformats.org/officeDocument/2006/relationships/font" Target="fonts/font16.fntdata"/><Relationship Id="rId51" Type="http://schemas.openxmlformats.org/officeDocument/2006/relationships/font" Target="fonts/font17.fntdata"/><Relationship Id="rId52" Type="http://schemas.openxmlformats.org/officeDocument/2006/relationships/font" Target="fonts/font18.fntdata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Только три термина. LSP, PSI, MCP – по ходу. После демо – возврат: агент искал текстом и правил текстом, это были его инструменты.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Рамка – первое из трёх повторений (6, 18). Не обсуждаем: RAG, «зачем агент, если есть Shift+F6» – Q&amp;A.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См. demo-spec.md и «TODO внутреннее.md».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Возврат к терминам: агент искал текстом и правил текстом. Третья карточка – сборка и тесты проходят, поведение изменилось.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Что из себя представляет подход. Три механизма правки названы здесь; на слайде «Корректность» – только где ломаются.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Где ломается полнота: пропуски (символ без имени) и ложные попадания (имя без символа). Цифра – GrepRAG, arXiv 2601.23254, сверить.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Где ломается корректность: правка не знает, что меняет; не проверяет привязку вызова; N мест – N независимых операций, состояние «7 из 9» возможно.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Контраст с демо 1: меньше лишнего, но пропуски там же, где нет символа для этого сервера.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Первый подход, где есть понятие символа. Деталь схемы для атомарности: сервер возвращает текстовые правки, применяет клиент.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Поиск у LSP – по символам, применение – текстовое, клиентом: по подзадаче 1 ближе к движку, по подзадаче 2 – к тексту. В заметках для Q&amp;A: issue открыт с 2016, цитаты автора протокола, багрепорты 2024, «первый ответивший побеждает» в коде VS Code. См. notes-lsp-vs-psi.md, раздел 1.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Механизм (для Q&amp;A): движок Eclipse вычислил конфликты с уровнями; LSP-обработчик прерывается только на «фатально»; функция сборки правки принимает только набор изменений – статус передать некуда. Устно: LSP не заменяет движок, а ограничивает доступ к нему.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«ноль пропусков», а «ноль незамеченных пропусков»: про строку лога агент сообщил.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Что из себя представляет подход. Вводим PSI. Рассматриваем только IntelliJ.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Три гарантии – далее по слайду на каждую. Минусы – список фактов, без «но зато».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Ссылка – слой поверх дерева, поэтому плагин может добавить связь туда, где компилятор её не видит. Индексы – почему обход быстрый; цена – п. 11. Граница – сказать самому.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Ловушка 2 из demo-spec.md: текст применил молча, LSP применил молча, движок остановился. Существующий метод более специфичен, чем переименуемый – поэтому вызов пересаживается. Механизм – RenameJavaMethodProcessor, advancedResolve.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Контраст с п. 4: там N мест – N независимых операций; здесь одна. Строка IDE: «There were changes in code after usages have been found».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Не читать вслух. Устно: у текста ниша – некомпилирующийся код и нулевая цена входа. Ячейка LSP/корректность: проверка есть, но результат не проходит через протокол – см. j → i.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Встроенный сервер: адресация «путь + имя» на перегрузках неоднозначна – одна фраза. Вывод следует из сравнения карточек.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 тезису – одна фраза. Пятый – последним, доклад закрывается на решении.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Backup-слайд для Q&amp;A. Решение о включении в основной поток – после разговора с организаторами. См. «TODO внутреннее.md».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jp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jp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jp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jp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3" name="Google Shape;63;p1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4" name="Google Shape;64;p1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5" name="Google Shape;65;p1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8" name="Google Shape;68;p1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1" name="Google Shape;71;p1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3" name="Google Shape;73;p1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4" name="Google Shape;74;p1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75" name="Google Shape;75;p1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0" name="Google Shape;80;p1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3" name="Google Shape;83;p1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" name="Google Shape;84;p1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5" name="Google Shape;85;p1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16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7" name="Google Shape;87;p16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8" name="Google Shape;88;p16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6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</p:spPr>
        <p:txBody>
          <a:bodyPr spcFirstLastPara="1" wrap="square" lIns="0" tIns="91425" rIns="0" bIns="91425" anchor="ctr" anchorCtr="0">
            <a:normAutofit fontScale="55000" lnSpcReduction="20000"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93" name="Google Shape;93;p1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4" name="Google Shape;94;p1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8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98" name="Google Shape;98;p18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99" name="Google Shape;99;p18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18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- Alt 1">
  <p:cSld name="BLANK_2">
    <p:bg>
      <p:bgPr>
        <a:solidFill>
          <a:schemeClr val="dk1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Google Shape;106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0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8" name="Google Shape;108;p20"/>
          <p:cNvSpPr txBox="1">
            <a:spLocks noGrp="1"/>
          </p:cNvSpPr>
          <p:nvPr>
            <p:ph type="title"/>
          </p:nvPr>
        </p:nvSpPr>
        <p:spPr>
          <a:xfrm>
            <a:off x="361975" y="3082925"/>
            <a:ext cx="6276900" cy="18399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9" name="Google Shape;109;p20"/>
          <p:cNvSpPr txBox="1">
            <a:spLocks noGrp="1"/>
          </p:cNvSpPr>
          <p:nvPr>
            <p:ph type="subTitle" idx="2"/>
          </p:nvPr>
        </p:nvSpPr>
        <p:spPr>
          <a:xfrm>
            <a:off x="361975" y="2463075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Light"/>
              <a:buNone/>
              <a:defRPr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1"/>
          <p:cNvSpPr>
            <a:spLocks noGrp="1"/>
          </p:cNvSpPr>
          <p:nvPr>
            <p:ph type="pic" idx="2"/>
          </p:nvPr>
        </p:nvSpPr>
        <p:spPr>
          <a:xfrm>
            <a:off x="5859475" y="465625"/>
            <a:ext cx="2917200" cy="4316700"/>
          </a:xfrm>
          <a:prstGeom prst="roundRect">
            <a:avLst>
              <a:gd name="adj" fmla="val 3546"/>
            </a:avLst>
          </a:prstGeom>
          <a:noFill/>
          <a:ln>
            <a:noFill/>
          </a:ln>
        </p:spPr>
      </p:sp>
      <p:sp>
        <p:nvSpPr>
          <p:cNvPr id="113" name="Google Shape;113;p2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14" name="Google Shape;114;p2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5" name="Google Shape;115;p2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19" name="Google Shape;119;p2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0" name="Google Shape;120;p2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21" name="Google Shape;121;p2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122" name="Google Shape;122;p2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3" name="Google Shape;123;p2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24" name="Google Shape;124;p2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Google Shape;126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28" name="Google Shape;128;p2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2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0" name="Google Shape;130;p2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136" name="Google Shape;136;p2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25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0" name="Google Shape;140;p25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1" name="Google Shape;141;p25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2" name="Google Shape;142;p25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3" name="Google Shape;143;p25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4" name="Google Shape;144;p25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5" name="Google Shape;145;p2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46" name="Google Shape;146;p25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7" name="Google Shape;147;p25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8" name="Google Shape;148;p25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chivo SemiBold"/>
              <a:buNone/>
              <a:defRPr sz="13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152" name="Google Shape;152;p25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2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56" name="Google Shape;156;p26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9" name="Google Shape;159;p2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7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1" name="Google Shape;161;p2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62" name="Google Shape;162;p27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3" name="Google Shape;163;p27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4" name="Google Shape;164;p27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5" name="Google Shape;165;p27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6" name="Google Shape;166;p27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7" name="Google Shape;167;p27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8" name="Google Shape;168;p27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9" name="Google Shape;169;p27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0" name="Google Shape;170;p27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1" name="Google Shape;171;p27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2" name="Google Shape;172;p27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3" name="Google Shape;173;p27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4" name="Google Shape;174;p27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5" name="Google Shape;175;p27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6" name="Google Shape;176;p27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7" name="Google Shape;177;p27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27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9" name="Google Shape;179;p27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27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1" name="Google Shape;181;p27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27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2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2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86" name="Google Shape;186;p2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28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8" name="Google Shape;188;p28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9" name="Google Shape;189;p28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0" name="Google Shape;190;p28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1" name="Google Shape;191;p28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2" name="Google Shape;192;p28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3" name="Google Shape;193;p28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4" name="Google Shape;194;p28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5" name="Google Shape;195;p28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6" name="Google Shape;196;p28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7" name="Google Shape;197;p28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8" name="Google Shape;198;p28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199" name="Google Shape;199;p28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0" name="Google Shape;200;p28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01" name="Google Shape;201;p28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202" name="Google Shape;202;p28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solidFill>
          <a:schemeClr val="lt1"/>
        </a:solid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/>
          <p:nvPr/>
        </p:nvSpPr>
        <p:spPr>
          <a:xfrm>
            <a:off x="75" y="1680250"/>
            <a:ext cx="9144000" cy="3467400"/>
          </a:xfrm>
          <a:prstGeom prst="rect">
            <a:avLst/>
          </a:prstGeom>
          <a:gradFill>
            <a:gsLst>
              <a:gs pos="0">
                <a:schemeClr val="accent1"/>
              </a:gs>
              <a:gs pos="91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lin ang="1619866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206" name="Google Shape;206;p29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7" name="Google Shape;207;p29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8" name="Google Shape;208;p29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09" name="Google Shape;209;p29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0" name="Google Shape;210;p29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1" name="Google Shape;211;p29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2" name="Google Shape;212;p29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3" name="Google Shape;213;p29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14" name="Google Shape;214;p29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5" name="Google Shape;215;p2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16" name="Google Shape;216;p29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7" name="Google Shape;217;p29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8" name="Google Shape;218;p29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19" name="Google Shape;219;p29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0" name="Google Shape;220;p29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1" name="Google Shape;221;p29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Google Shape;223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3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25" name="Google Shape;225;p3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6" name="Google Shape;226;p30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7" name="Google Shape;227;p30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8" name="Google Shape;228;p30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29" name="Google Shape;229;p30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0" name="Google Shape;230;p30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31" name="Google Shape;231;p30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2" name="Google Shape;232;p30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3" name="Google Shape;233;p30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4" name="Google Shape;234;p30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5" name="Google Shape;235;p30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6" name="Google Shape;236;p30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7" name="Google Shape;237;p30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8" name="Google Shape;238;p30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39" name="Google Shape;239;p30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0" name="Google Shape;240;p30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1" name="Google Shape;241;p30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3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31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5" name="Google Shape;245;p3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6" name="Google Shape;246;p3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47" name="Google Shape;247;p31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48" name="Google Shape;248;p31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49" name="Google Shape;249;p31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0" name="Google Shape;250;p31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1" name="Google Shape;251;p31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2" name="Google Shape;252;p31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3" name="Google Shape;253;p31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4" name="Google Shape;254;p31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5" name="Google Shape;255;p31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56" name="Google Shape;256;p31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57" name="Google Shape;257;p31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9" name="Google Shape;259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3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1" name="Google Shape;261;p3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62" name="Google Shape;262;p3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3" name="Google Shape;263;p32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4" name="Google Shape;264;p32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5" name="Google Shape;265;p32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6" name="Google Shape;266;p32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7" name="Google Shape;267;p32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68" name="Google Shape;268;p32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69" name="Google Shape;269;p3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0" name="Google Shape;270;p3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1" name="Google Shape;271;p32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2" name="Google Shape;272;p32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3" name="Google Shape;273;p32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4" name="Google Shape;274;p32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5" name="Google Shape;275;p32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76" name="Google Shape;276;p32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77" name="Google Shape;277;p32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3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3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81" name="Google Shape;281;p3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2" name="Google Shape;282;p33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3" name="Google Shape;283;p33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4" name="Google Shape;284;p33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5" name="Google Shape;285;p33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6" name="Google Shape;286;p33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87" name="Google Shape;287;p33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9" name="Google Shape;289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34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291" name="Google Shape;291;p34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2" name="Google Shape;292;p34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3" name="Google Shape;293;p3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94" name="Google Shape;294;p34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95" name="Google Shape;295;p34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6" name="Google Shape;296;p34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7" name="Google Shape;297;p34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298" name="Google Shape;298;p34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299" name="Google Shape;299;p34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0" name="Google Shape;300;p34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1" name="Google Shape;301;p34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2" name="Google Shape;302;p34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solidFill>
          <a:schemeClr val="lt1"/>
        </a:solidFill>
        <a:effectLst/>
      </p:bgPr>
    </p:bg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4" name="Google Shape;304;p35"/>
          <p:cNvPicPr preferRelativeResize="0"/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3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06" name="Google Shape;306;p3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7" name="Google Shape;307;p35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08" name="Google Shape;308;p35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09" name="Google Shape;309;p35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0" name="Google Shape;310;p35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1" name="Google Shape;311;p35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2" name="Google Shape;312;p35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3" name="Google Shape;313;p35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14" name="Google Shape;314;p35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15" name="Google Shape;315;p35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p3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3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19" name="Google Shape;319;p3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20" name="Google Shape;320;p36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1" name="Google Shape;321;p36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2" name="Google Shape;322;p36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3" name="Google Shape;323;p36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4" name="Google Shape;324;p36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5" name="Google Shape;325;p36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26" name="Google Shape;326;p36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27" name="Google Shape;327;p36"/>
          <p:cNvSpPr txBox="1">
            <a:spLocks noGrp="1"/>
          </p:cNvSpPr>
          <p:nvPr>
            <p:ph type="title" hasCustomPrompt="1"/>
          </p:nvPr>
        </p:nvSpPr>
        <p:spPr>
          <a:xfrm>
            <a:off x="3597475" y="6804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None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8" name="Google Shape;328;p36"/>
          <p:cNvSpPr txBox="1">
            <a:spLocks noGrp="1"/>
          </p:cNvSpPr>
          <p:nvPr>
            <p:ph type="title" idx="9" hasCustomPrompt="1"/>
          </p:nvPr>
        </p:nvSpPr>
        <p:spPr>
          <a:xfrm>
            <a:off x="3597475" y="2127395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29" name="Google Shape;329;p36"/>
          <p:cNvSpPr txBox="1">
            <a:spLocks noGrp="1"/>
          </p:cNvSpPr>
          <p:nvPr>
            <p:ph type="title" idx="13" hasCustomPrompt="1"/>
          </p:nvPr>
        </p:nvSpPr>
        <p:spPr>
          <a:xfrm>
            <a:off x="3597475" y="3591200"/>
            <a:ext cx="927600" cy="91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Char char="●"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●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○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Font typeface="Archivo Light"/>
              <a:buChar char="■"/>
              <a:defRPr sz="12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330" name="Google Shape;330;p36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28503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3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37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334" name="Google Shape;334;p37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335" name="Google Shape;335;p37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336" name="Google Shape;336;p37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337" name="Google Shape;337;p37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38" name="Google Shape;338;p3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39" name="Google Shape;339;p3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0" name="Google Shape;340;p37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1" name="Google Shape;341;p37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2" name="Google Shape;342;p37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3" name="Google Shape;343;p37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44" name="Google Shape;344;p37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Google Shape;346;p3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3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48" name="Google Shape;348;p3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49" name="Google Shape;349;p38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0" name="Google Shape;350;p38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1" name="Google Shape;351;p38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2" name="Google Shape;352;p38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3" name="Google Shape;353;p38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4" name="Google Shape;354;p38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5" name="Google Shape;355;p38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6" name="Google Shape;356;p38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7" name="Google Shape;357;p38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58" name="Google Shape;358;p38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59" name="Google Shape;359;p3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0" name="Google Shape;360;p38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2" name="Google Shape;362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39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64" name="Google Shape;364;p39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365" name="Google Shape;365;p39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66" name="Google Shape;366;p39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7" name="Google Shape;367;p3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68" name="Google Shape;368;p39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0" name="Google Shape;370;p4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40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2" name="Google Shape;372;p40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373" name="Google Shape;373;p4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74" name="Google Shape;374;p40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75" name="Google Shape;375;p40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376" name="Google Shape;376;p40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bg>
      <p:bgPr>
        <a:solidFill>
          <a:schemeClr val="dk1"/>
        </a:solidFill>
        <a:effectLst/>
      </p:bgPr>
    </p:bg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8" name="Google Shape;378;p4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41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380" name="Google Shape;380;p4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81" name="Google Shape;381;p41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82" name="Google Shape;382;p41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383" name="Google Shape;383;p41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42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87" name="Google Shape;387;p42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388" name="Google Shape;388;p42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389" name="Google Shape;389;p42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0" name="Google Shape;390;p42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391" name="Google Shape;391;p42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2" name="Google Shape;392;p4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3" name="Google Shape;393;p42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5" name="Google Shape;395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43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7" name="Google Shape;397;p4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98" name="Google Shape;398;p4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99" name="Google Shape;399;p43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/>
            </a:lvl9pPr>
          </a:lstStyle>
          <a:p>
            <a:endParaRPr/>
          </a:p>
        </p:txBody>
      </p:sp>
      <p:sp>
        <p:nvSpPr>
          <p:cNvPr id="400" name="Google Shape;400;p43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2" name="Google Shape;402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44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404" name="Google Shape;404;p4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05" name="Google Shape;405;p4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6" name="Google Shape;406;p44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8" name="Google Shape;408;p4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09" name="Google Shape;409;p45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0" name="Google Shape;410;p45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1" name="Google Shape;411;p45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2" name="Google Shape;412;p45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3" name="Google Shape;413;p45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4" name="Google Shape;414;p45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5" name="Google Shape;415;p45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6" name="Google Shape;416;p45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17" name="Google Shape;417;p45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18" name="Google Shape;418;p45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19" name="Google Shape;419;p45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420" name="Google Shape;420;p45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421" name="Google Shape;421;p4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22" name="Google Shape;422;p45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23" name="Google Shape;423;p45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5" name="Google Shape;425;p4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46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7" name="Google Shape;427;p46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28" name="Google Shape;428;p46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29" name="Google Shape;429;p4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430" name="Google Shape;430;p4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31" name="Google Shape;431;p46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2" name="Google Shape;432;p46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3" name="Google Shape;433;p46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4" name="Google Shape;434;p46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5" name="Google Shape;435;p46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6" name="Google Shape;436;p46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7" name="Google Shape;437;p46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38" name="Google Shape;438;p46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39" name="Google Shape;439;p46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0" name="Google Shape;440;p46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1" name="Google Shape;441;p46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442" name="Google Shape;442;p46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3" name="Google Shape;443;p46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444" name="Google Shape;444;p46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47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47" name="Google Shape;447;p47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4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2" name="Google Shape;452;p4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5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5" name="Google Shape;455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56" name="Google Shape;456;p50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5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52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61" name="Google Shape;461;p52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5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5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6" name="Google Shape;466;p5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67" name="Google Shape;467;p54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55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56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2" name="Google Shape;472;p56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58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6" name="Google Shape;476;p58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7" name="Google Shape;477;p58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8" name="Google Shape;478;p58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79" name="Google Shape;479;p58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0" name="Google Shape;480;p58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81" name="Google Shape;481;p58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5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4" name="Google Shape;484;p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5" name="Google Shape;485;p59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60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88" name="Google Shape;488;p60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89" name="Google Shape;489;p60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0" name="Google Shape;490;p60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1" name="Google Shape;491;p60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61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4" name="Google Shape;494;p61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495" name="Google Shape;495;p61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496" name="Google Shape;496;p61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7" name="Google Shape;497;p61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8" name="Google Shape;498;p61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499" name="Google Shape;499;p61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62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2" name="Google Shape;502;p62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3" name="Google Shape;503;p62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4" name="Google Shape;504;p62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05" name="Google Shape;505;p62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06" name="Google Shape;506;p62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7" name="Google Shape;507;p62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8" name="Google Shape;508;p62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09" name="Google Shape;509;p62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6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2" name="Google Shape;512;p63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64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5" name="Google Shape;515;p64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6" name="Google Shape;516;p64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517" name="Google Shape;517;p64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18" name="Google Shape;518;p6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9" name="Google Shape;519;p64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20" name="Google Shape;520;p64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65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3" name="Google Shape;523;p65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4" name="Google Shape;524;p65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5" name="Google Shape;525;p65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6" name="Google Shape;526;p65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527" name="Google Shape;527;p65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528" name="Google Shape;528;p6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9" name="Google Shape;529;p65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0" name="Google Shape;530;p65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531" name="Google Shape;531;p65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66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67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6" name="Google Shape;536;p67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7" name="Google Shape;537;p67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8" name="Google Shape;538;p67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39" name="Google Shape;539;p67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0" name="Google Shape;540;p67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1" name="Google Shape;541;p67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2" name="Google Shape;542;p67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3" name="Google Shape;543;p67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44" name="Google Shape;544;p67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ai Deck Template">
  <p:cSld name="BLANK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0" name="Google Shape;550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1" name="Google Shape;551;p69"/>
          <p:cNvSpPr txBox="1">
            <a:spLocks noGrp="1"/>
          </p:cNvSpPr>
          <p:nvPr>
            <p:ph type="subTitle" idx="1"/>
          </p:nvPr>
        </p:nvSpPr>
        <p:spPr>
          <a:xfrm>
            <a:off x="6775278" y="3560565"/>
            <a:ext cx="2001600" cy="1247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2" name="Google Shape;552;p69"/>
          <p:cNvSpPr txBox="1">
            <a:spLocks noGrp="1"/>
          </p:cNvSpPr>
          <p:nvPr>
            <p:ph type="title"/>
          </p:nvPr>
        </p:nvSpPr>
        <p:spPr>
          <a:xfrm>
            <a:off x="361969" y="3337797"/>
            <a:ext cx="6276900" cy="1442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53" name="Google Shape;553;p69"/>
          <p:cNvSpPr txBox="1">
            <a:spLocks noGrp="1"/>
          </p:cNvSpPr>
          <p:nvPr>
            <p:ph type="subTitle" idx="2"/>
          </p:nvPr>
        </p:nvSpPr>
        <p:spPr>
          <a:xfrm>
            <a:off x="361975" y="2813403"/>
            <a:ext cx="6276900" cy="43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pic>
        <p:nvPicPr>
          <p:cNvPr id="554" name="Google Shape;554;p69" title="Dark theme=white@3x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1969" y="369297"/>
            <a:ext cx="923182" cy="3344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">
  <p:cSld name="CUSTOM_20"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6" name="Google Shape;556;p7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57" name="Google Shape;557;p70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558" name="Google Shape;558;p70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559" name="Google Shape;559;p70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60" name="Google Shape;560;p70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2 1">
  <p:cSld name="CUSTOM_20_1">
    <p:bg>
      <p:bgPr>
        <a:solidFill>
          <a:schemeClr val="dk1"/>
        </a:solidFill>
        <a:effectLst/>
      </p:bgPr>
    </p:bg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p71"/>
          <p:cNvSpPr>
            <a:spLocks noGrp="1"/>
          </p:cNvSpPr>
          <p:nvPr>
            <p:ph type="pic" idx="2"/>
          </p:nvPr>
        </p:nvSpPr>
        <p:spPr>
          <a:xfrm>
            <a:off x="5859469" y="0"/>
            <a:ext cx="3284700" cy="5143500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</p:sp>
      <p:sp>
        <p:nvSpPr>
          <p:cNvPr id="563" name="Google Shape;563;p71"/>
          <p:cNvSpPr txBox="1">
            <a:spLocks noGrp="1"/>
          </p:cNvSpPr>
          <p:nvPr>
            <p:ph type="body" idx="1"/>
          </p:nvPr>
        </p:nvSpPr>
        <p:spPr>
          <a:xfrm>
            <a:off x="361975" y="298912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4" name="Google Shape;564;p71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565" name="Google Shape;565;p71"/>
          <p:cNvSpPr txBox="1">
            <a:spLocks noGrp="1"/>
          </p:cNvSpPr>
          <p:nvPr>
            <p:ph type="subTitle" idx="4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 - Alt 3">
  <p:cSld name="CUSTOM_24"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7" name="Google Shape;567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8" name="Google Shape;568;p7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69" name="Google Shape;569;p72"/>
          <p:cNvSpPr txBox="1">
            <a:spLocks noGrp="1"/>
          </p:cNvSpPr>
          <p:nvPr>
            <p:ph type="subTitle" idx="1"/>
          </p:nvPr>
        </p:nvSpPr>
        <p:spPr>
          <a:xfrm>
            <a:off x="4918050" y="3138700"/>
            <a:ext cx="36759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0" name="Google Shape;570;p72"/>
          <p:cNvSpPr txBox="1">
            <a:spLocks noGrp="1"/>
          </p:cNvSpPr>
          <p:nvPr>
            <p:ph type="body" idx="2"/>
          </p:nvPr>
        </p:nvSpPr>
        <p:spPr>
          <a:xfrm>
            <a:off x="4918050" y="3409900"/>
            <a:ext cx="3675900" cy="1233000"/>
          </a:xfrm>
          <a:prstGeom prst="rect">
            <a:avLst/>
          </a:prstGeom>
        </p:spPr>
        <p:txBody>
          <a:bodyPr spcFirstLastPara="1" wrap="square" lIns="0" tIns="137150" rIns="0" bIns="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571" name="Google Shape;571;p72"/>
          <p:cNvSpPr>
            <a:spLocks noGrp="1"/>
          </p:cNvSpPr>
          <p:nvPr>
            <p:ph type="pic" idx="3"/>
          </p:nvPr>
        </p:nvSpPr>
        <p:spPr>
          <a:xfrm>
            <a:off x="4637425" y="1066100"/>
            <a:ext cx="4140600" cy="1806600"/>
          </a:xfrm>
          <a:prstGeom prst="roundRect">
            <a:avLst>
              <a:gd name="adj" fmla="val 14555"/>
            </a:avLst>
          </a:prstGeom>
          <a:noFill/>
          <a:ln>
            <a:noFill/>
          </a:ln>
        </p:spPr>
      </p:sp>
      <p:sp>
        <p:nvSpPr>
          <p:cNvPr id="572" name="Google Shape;572;p72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3" name="Google Shape;573;p7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364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74" name="Google Shape;574;p72"/>
          <p:cNvSpPr txBox="1">
            <a:spLocks noGrp="1"/>
          </p:cNvSpPr>
          <p:nvPr>
            <p:ph type="subTitle" idx="5"/>
          </p:nvPr>
        </p:nvSpPr>
        <p:spPr>
          <a:xfrm>
            <a:off x="361975" y="552775"/>
            <a:ext cx="4063800" cy="513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subtitles">
  <p:cSld name="CUSTOM_21"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6" name="Google Shape;576;p7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7" name="Google Shape;577;p7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78" name="Google Shape;578;p7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73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0" name="Google Shape;580;p7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39100" cy="4551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- Alt 2">
  <p:cSld name="CUSTOM_19"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2" name="Google Shape;582;p7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3" name="Google Shape;583;p7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84" name="Google Shape;584;p7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5" name="Google Shape;585;p74"/>
          <p:cNvSpPr txBox="1">
            <a:spLocks noGrp="1"/>
          </p:cNvSpPr>
          <p:nvPr>
            <p:ph type="title"/>
          </p:nvPr>
        </p:nvSpPr>
        <p:spPr>
          <a:xfrm>
            <a:off x="361975" y="552775"/>
            <a:ext cx="8343600" cy="21228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586" name="Google Shape;586;p74"/>
          <p:cNvSpPr txBox="1">
            <a:spLocks noGrp="1"/>
          </p:cNvSpPr>
          <p:nvPr>
            <p:ph type="body" idx="2"/>
          </p:nvPr>
        </p:nvSpPr>
        <p:spPr>
          <a:xfrm>
            <a:off x="361975" y="3014385"/>
            <a:ext cx="5008500" cy="1763100"/>
          </a:xfrm>
          <a:prstGeom prst="rect">
            <a:avLst/>
          </a:prstGeom>
        </p:spPr>
        <p:txBody>
          <a:bodyPr spcFirstLastPara="1" wrap="square" lIns="0" tIns="137150" rIns="13715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Секции">
  <p:cSld name="CUSTOM_19_1">
    <p:spTree>
      <p:nvGrpSpPr>
        <p:cNvPr id="1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8" name="Google Shape;588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7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90" name="Google Shape;590;p75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91" name="Google Shape;591;p75"/>
          <p:cNvSpPr txBox="1">
            <a:spLocks noGrp="1"/>
          </p:cNvSpPr>
          <p:nvPr>
            <p:ph type="title"/>
          </p:nvPr>
        </p:nvSpPr>
        <p:spPr>
          <a:xfrm>
            <a:off x="361969" y="369297"/>
            <a:ext cx="6276900" cy="4410600"/>
          </a:xfrm>
          <a:prstGeom prst="rect">
            <a:avLst/>
          </a:prstGeom>
        </p:spPr>
        <p:txBody>
          <a:bodyPr spcFirstLastPara="1" wrap="square" lIns="0" tIns="137150" rIns="13715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 - Alt 1">
  <p:cSld name="BLANK_1_1_1_1_1_1_1_1_1_1_1_2_3_1">
    <p:bg>
      <p:bgPr>
        <a:solidFill>
          <a:schemeClr val="dk1"/>
        </a:solidFill>
        <a:effectLst/>
      </p:bgPr>
    </p:bg>
    <p:spTree>
      <p:nvGrpSpPr>
        <p:cNvPr id="1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3" name="Google Shape;593;p7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94" name="Google Shape;594;p76"/>
          <p:cNvSpPr txBox="1">
            <a:spLocks noGrp="1"/>
          </p:cNvSpPr>
          <p:nvPr>
            <p:ph type="title" hasCustomPrompt="1"/>
          </p:nvPr>
        </p:nvSpPr>
        <p:spPr>
          <a:xfrm>
            <a:off x="6810900" y="1133425"/>
            <a:ext cx="19635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5" name="Google Shape;595;p76"/>
          <p:cNvSpPr txBox="1">
            <a:spLocks noGrp="1"/>
          </p:cNvSpPr>
          <p:nvPr>
            <p:ph type="title" idx="2" hasCustomPrompt="1"/>
          </p:nvPr>
        </p:nvSpPr>
        <p:spPr>
          <a:xfrm>
            <a:off x="4677671" y="1133425"/>
            <a:ext cx="20514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6" name="Google Shape;596;p76"/>
          <p:cNvSpPr txBox="1">
            <a:spLocks noGrp="1"/>
          </p:cNvSpPr>
          <p:nvPr>
            <p:ph type="title" idx="3" hasCustomPrompt="1"/>
          </p:nvPr>
        </p:nvSpPr>
        <p:spPr>
          <a:xfrm>
            <a:off x="25379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7" name="Google Shape;597;p76"/>
          <p:cNvSpPr txBox="1">
            <a:spLocks noGrp="1"/>
          </p:cNvSpPr>
          <p:nvPr>
            <p:ph type="title" idx="4" hasCustomPrompt="1"/>
          </p:nvPr>
        </p:nvSpPr>
        <p:spPr>
          <a:xfrm>
            <a:off x="25379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8" name="Google Shape;598;p76"/>
          <p:cNvSpPr txBox="1">
            <a:spLocks noGrp="1"/>
          </p:cNvSpPr>
          <p:nvPr>
            <p:ph type="title" idx="5" hasCustomPrompt="1"/>
          </p:nvPr>
        </p:nvSpPr>
        <p:spPr>
          <a:xfrm>
            <a:off x="396850" y="1133425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9" name="Google Shape;599;p76"/>
          <p:cNvSpPr txBox="1">
            <a:spLocks noGrp="1"/>
          </p:cNvSpPr>
          <p:nvPr>
            <p:ph type="title" idx="6" hasCustomPrompt="1"/>
          </p:nvPr>
        </p:nvSpPr>
        <p:spPr>
          <a:xfrm>
            <a:off x="396850" y="2353968"/>
            <a:ext cx="1961100" cy="614400"/>
          </a:xfrm>
          <a:prstGeom prst="rect">
            <a:avLst/>
          </a:prstGeom>
        </p:spPr>
        <p:txBody>
          <a:bodyPr spcFirstLastPara="1" wrap="square" lIns="137150" tIns="137150" rIns="13715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0" name="Google Shape;600;p7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01" name="Google Shape;601;p76"/>
          <p:cNvSpPr txBox="1">
            <a:spLocks noGrp="1"/>
          </p:cNvSpPr>
          <p:nvPr>
            <p:ph type="subTitle" idx="1"/>
          </p:nvPr>
        </p:nvSpPr>
        <p:spPr>
          <a:xfrm>
            <a:off x="356125" y="18314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2" name="Google Shape;602;p76"/>
          <p:cNvSpPr txBox="1">
            <a:spLocks noGrp="1"/>
          </p:cNvSpPr>
          <p:nvPr>
            <p:ph type="subTitle" idx="7"/>
          </p:nvPr>
        </p:nvSpPr>
        <p:spPr>
          <a:xfrm>
            <a:off x="24997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3" name="Google Shape;603;p76"/>
          <p:cNvSpPr txBox="1">
            <a:spLocks noGrp="1"/>
          </p:cNvSpPr>
          <p:nvPr>
            <p:ph type="subTitle" idx="8"/>
          </p:nvPr>
        </p:nvSpPr>
        <p:spPr>
          <a:xfrm>
            <a:off x="4647650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4" name="Google Shape;604;p76"/>
          <p:cNvSpPr txBox="1">
            <a:spLocks noGrp="1"/>
          </p:cNvSpPr>
          <p:nvPr>
            <p:ph type="subTitle" idx="9"/>
          </p:nvPr>
        </p:nvSpPr>
        <p:spPr>
          <a:xfrm>
            <a:off x="6775275" y="181030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5" name="Google Shape;605;p76"/>
          <p:cNvSpPr txBox="1">
            <a:spLocks noGrp="1"/>
          </p:cNvSpPr>
          <p:nvPr>
            <p:ph type="subTitle" idx="13"/>
          </p:nvPr>
        </p:nvSpPr>
        <p:spPr>
          <a:xfrm>
            <a:off x="356125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6" name="Google Shape;606;p76"/>
          <p:cNvSpPr txBox="1">
            <a:spLocks noGrp="1"/>
          </p:cNvSpPr>
          <p:nvPr>
            <p:ph type="subTitle" idx="14"/>
          </p:nvPr>
        </p:nvSpPr>
        <p:spPr>
          <a:xfrm>
            <a:off x="2539950" y="3061753"/>
            <a:ext cx="1961100" cy="349500"/>
          </a:xfrm>
          <a:prstGeom prst="rect">
            <a:avLst/>
          </a:prstGeom>
        </p:spPr>
        <p:txBody>
          <a:bodyPr spcFirstLastPara="1" wrap="square" lIns="137150" tIns="137150" rIns="13715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/>
            </a:lvl1pPr>
            <a:lvl2pPr lvl="1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>
            <a:endParaRPr/>
          </a:p>
        </p:txBody>
      </p:sp>
      <p:sp>
        <p:nvSpPr>
          <p:cNvPr id="607" name="Google Shape;607;p76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Golos Text Medium"/>
              <a:buNone/>
              <a:defRPr sz="2000">
                <a:latin typeface="Golos Text Medium"/>
                <a:ea typeface="Golos Text Medium"/>
                <a:cs typeface="Golos Text Medium"/>
                <a:sym typeface="Golos Tex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Golos Text Medium"/>
              <a:buNone/>
              <a:defRPr sz="1400">
                <a:solidFill>
                  <a:schemeClr val="dk1"/>
                </a:solidFill>
                <a:latin typeface="Golos Text Medium"/>
                <a:ea typeface="Golos Text Medium"/>
                <a:cs typeface="Golos Text Medium"/>
                <a:sym typeface="Golos Text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BLANK_1_1_1_1_1_1_1_1_1_1_1_2_1_5_1">
    <p:bg>
      <p:bgPr>
        <a:solidFill>
          <a:schemeClr val="dk1"/>
        </a:solidFill>
        <a:effectLst/>
      </p:bgPr>
    </p:bg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9" name="Google Shape;609;p7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0" name="Google Shape;610;p7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1" name="Google Shape;611;p77"/>
          <p:cNvSpPr txBox="1">
            <a:spLocks noGrp="1"/>
          </p:cNvSpPr>
          <p:nvPr>
            <p:ph type="subTitle" idx="1"/>
          </p:nvPr>
        </p:nvSpPr>
        <p:spPr>
          <a:xfrm>
            <a:off x="5145650" y="4315326"/>
            <a:ext cx="3630900" cy="495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None/>
              <a:defRPr sz="1000"/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2" name="Google Shape;612;p77"/>
          <p:cNvSpPr txBox="1">
            <a:spLocks noGrp="1"/>
          </p:cNvSpPr>
          <p:nvPr>
            <p:ph type="title"/>
          </p:nvPr>
        </p:nvSpPr>
        <p:spPr>
          <a:xfrm>
            <a:off x="361975" y="2793298"/>
            <a:ext cx="4401300" cy="2111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54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BLANK_1_1_1_1_1_1_1_1_1_1_1_2_1_4">
    <p:bg>
      <p:bgPr>
        <a:solidFill>
          <a:schemeClr val="dk1"/>
        </a:solidFill>
        <a:effectLst/>
      </p:bgPr>
    </p:bg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" name="Google Shape;614;p7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78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6" name="Google Shape;616;p7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17" name="Google Shape;617;p78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8" name="Google Shape;618;p78"/>
          <p:cNvSpPr txBox="1">
            <a:spLocks noGrp="1"/>
          </p:cNvSpPr>
          <p:nvPr>
            <p:ph type="subTitle" idx="3"/>
          </p:nvPr>
        </p:nvSpPr>
        <p:spPr>
          <a:xfrm>
            <a:off x="339900" y="24643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19" name="Google Shape;619;p78"/>
          <p:cNvSpPr txBox="1">
            <a:spLocks noGrp="1"/>
          </p:cNvSpPr>
          <p:nvPr>
            <p:ph type="subTitle" idx="4"/>
          </p:nvPr>
        </p:nvSpPr>
        <p:spPr>
          <a:xfrm>
            <a:off x="339900" y="345615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0" name="Google Shape;620;p78"/>
          <p:cNvSpPr txBox="1">
            <a:spLocks noGrp="1"/>
          </p:cNvSpPr>
          <p:nvPr>
            <p:ph type="subTitle" idx="5"/>
          </p:nvPr>
        </p:nvSpPr>
        <p:spPr>
          <a:xfrm>
            <a:off x="339900" y="4416300"/>
            <a:ext cx="1025100" cy="31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1" name="Google Shape;621;p78"/>
          <p:cNvSpPr txBox="1">
            <a:spLocks noGrp="1"/>
          </p:cNvSpPr>
          <p:nvPr>
            <p:ph type="subTitle" idx="6"/>
          </p:nvPr>
        </p:nvSpPr>
        <p:spPr>
          <a:xfrm>
            <a:off x="1365000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2" name="Google Shape;622;p78"/>
          <p:cNvSpPr txBox="1">
            <a:spLocks noGrp="1"/>
          </p:cNvSpPr>
          <p:nvPr>
            <p:ph type="subTitle" idx="7"/>
          </p:nvPr>
        </p:nvSpPr>
        <p:spPr>
          <a:xfrm>
            <a:off x="330893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3" name="Google Shape;623;p78"/>
          <p:cNvSpPr txBox="1">
            <a:spLocks noGrp="1"/>
          </p:cNvSpPr>
          <p:nvPr>
            <p:ph type="subTitle" idx="8"/>
          </p:nvPr>
        </p:nvSpPr>
        <p:spPr>
          <a:xfrm>
            <a:off x="5252888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4" name="Google Shape;624;p78"/>
          <p:cNvSpPr txBox="1">
            <a:spLocks noGrp="1"/>
          </p:cNvSpPr>
          <p:nvPr>
            <p:ph type="subTitle" idx="9"/>
          </p:nvPr>
        </p:nvSpPr>
        <p:spPr>
          <a:xfrm>
            <a:off x="7198463" y="1737950"/>
            <a:ext cx="1945500" cy="318600"/>
          </a:xfrm>
          <a:prstGeom prst="rect">
            <a:avLst/>
          </a:prstGeom>
        </p:spPr>
        <p:txBody>
          <a:bodyPr spcFirstLastPara="1" wrap="square" lIns="91425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5" name="Google Shape;625;p78"/>
          <p:cNvSpPr txBox="1">
            <a:spLocks noGrp="1"/>
          </p:cNvSpPr>
          <p:nvPr>
            <p:ph type="subTitle" idx="13"/>
          </p:nvPr>
        </p:nvSpPr>
        <p:spPr>
          <a:xfrm>
            <a:off x="14885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6" name="Google Shape;626;p78"/>
          <p:cNvSpPr txBox="1">
            <a:spLocks noGrp="1"/>
          </p:cNvSpPr>
          <p:nvPr>
            <p:ph type="subTitle" idx="14"/>
          </p:nvPr>
        </p:nvSpPr>
        <p:spPr>
          <a:xfrm>
            <a:off x="34325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7" name="Google Shape;627;p78"/>
          <p:cNvSpPr txBox="1">
            <a:spLocks noGrp="1"/>
          </p:cNvSpPr>
          <p:nvPr>
            <p:ph type="subTitle" idx="15"/>
          </p:nvPr>
        </p:nvSpPr>
        <p:spPr>
          <a:xfrm>
            <a:off x="5374950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8" name="Google Shape;628;p78"/>
          <p:cNvSpPr txBox="1">
            <a:spLocks noGrp="1"/>
          </p:cNvSpPr>
          <p:nvPr>
            <p:ph type="subTitle" idx="16"/>
          </p:nvPr>
        </p:nvSpPr>
        <p:spPr>
          <a:xfrm>
            <a:off x="7318938" y="22425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29" name="Google Shape;629;p78"/>
          <p:cNvSpPr txBox="1">
            <a:spLocks noGrp="1"/>
          </p:cNvSpPr>
          <p:nvPr>
            <p:ph type="subTitle" idx="17"/>
          </p:nvPr>
        </p:nvSpPr>
        <p:spPr>
          <a:xfrm>
            <a:off x="14885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0" name="Google Shape;630;p78"/>
          <p:cNvSpPr txBox="1">
            <a:spLocks noGrp="1"/>
          </p:cNvSpPr>
          <p:nvPr>
            <p:ph type="subTitle" idx="18"/>
          </p:nvPr>
        </p:nvSpPr>
        <p:spPr>
          <a:xfrm>
            <a:off x="34325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1" name="Google Shape;631;p78"/>
          <p:cNvSpPr txBox="1">
            <a:spLocks noGrp="1"/>
          </p:cNvSpPr>
          <p:nvPr>
            <p:ph type="subTitle" idx="19"/>
          </p:nvPr>
        </p:nvSpPr>
        <p:spPr>
          <a:xfrm>
            <a:off x="5374950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2" name="Google Shape;632;p78"/>
          <p:cNvSpPr txBox="1">
            <a:spLocks noGrp="1"/>
          </p:cNvSpPr>
          <p:nvPr>
            <p:ph type="subTitle" idx="20"/>
          </p:nvPr>
        </p:nvSpPr>
        <p:spPr>
          <a:xfrm>
            <a:off x="7318938" y="323430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3" name="Google Shape;633;p78"/>
          <p:cNvSpPr txBox="1">
            <a:spLocks noGrp="1"/>
          </p:cNvSpPr>
          <p:nvPr>
            <p:ph type="subTitle" idx="21"/>
          </p:nvPr>
        </p:nvSpPr>
        <p:spPr>
          <a:xfrm>
            <a:off x="14885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4" name="Google Shape;634;p78"/>
          <p:cNvSpPr txBox="1">
            <a:spLocks noGrp="1"/>
          </p:cNvSpPr>
          <p:nvPr>
            <p:ph type="subTitle" idx="22"/>
          </p:nvPr>
        </p:nvSpPr>
        <p:spPr>
          <a:xfrm>
            <a:off x="34325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5" name="Google Shape;635;p78"/>
          <p:cNvSpPr txBox="1">
            <a:spLocks noGrp="1"/>
          </p:cNvSpPr>
          <p:nvPr>
            <p:ph type="subTitle" idx="23"/>
          </p:nvPr>
        </p:nvSpPr>
        <p:spPr>
          <a:xfrm>
            <a:off x="5374950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6" name="Google Shape;636;p78"/>
          <p:cNvSpPr txBox="1">
            <a:spLocks noGrp="1"/>
          </p:cNvSpPr>
          <p:nvPr>
            <p:ph type="subTitle" idx="24"/>
          </p:nvPr>
        </p:nvSpPr>
        <p:spPr>
          <a:xfrm>
            <a:off x="7318938" y="4182550"/>
            <a:ext cx="1698300" cy="76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37" name="Google Shape;637;p78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evenue model">
  <p:cSld name="BLANK_1_1_1_1_1_1_1_1_1_1_1_2_1_2">
    <p:bg>
      <p:bgPr>
        <a:solidFill>
          <a:schemeClr val="dk1"/>
        </a:solidFill>
        <a:effectLst/>
      </p:bgPr>
    </p:bg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9" name="Google Shape;639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7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41" name="Google Shape;641;p7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2" name="Google Shape;642;p79"/>
          <p:cNvSpPr txBox="1">
            <a:spLocks noGrp="1"/>
          </p:cNvSpPr>
          <p:nvPr>
            <p:ph type="subTitle" idx="2"/>
          </p:nvPr>
        </p:nvSpPr>
        <p:spPr>
          <a:xfrm>
            <a:off x="59327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3" name="Google Shape;643;p79"/>
          <p:cNvSpPr txBox="1">
            <a:spLocks noGrp="1"/>
          </p:cNvSpPr>
          <p:nvPr>
            <p:ph type="subTitle" idx="3"/>
          </p:nvPr>
        </p:nvSpPr>
        <p:spPr>
          <a:xfrm>
            <a:off x="59327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4" name="Google Shape;644;p79"/>
          <p:cNvSpPr txBox="1">
            <a:spLocks noGrp="1"/>
          </p:cNvSpPr>
          <p:nvPr>
            <p:ph type="title" hasCustomPrompt="1"/>
          </p:nvPr>
        </p:nvSpPr>
        <p:spPr>
          <a:xfrm>
            <a:off x="418825" y="20660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5" name="Google Shape;645;p79"/>
          <p:cNvSpPr txBox="1">
            <a:spLocks noGrp="1"/>
          </p:cNvSpPr>
          <p:nvPr>
            <p:ph type="subTitle" idx="4"/>
          </p:nvPr>
        </p:nvSpPr>
        <p:spPr>
          <a:xfrm>
            <a:off x="22890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6" name="Google Shape;646;p79"/>
          <p:cNvSpPr txBox="1">
            <a:spLocks noGrp="1"/>
          </p:cNvSpPr>
          <p:nvPr>
            <p:ph type="subTitle" idx="5"/>
          </p:nvPr>
        </p:nvSpPr>
        <p:spPr>
          <a:xfrm>
            <a:off x="22890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7" name="Google Shape;647;p79"/>
          <p:cNvSpPr txBox="1">
            <a:spLocks noGrp="1"/>
          </p:cNvSpPr>
          <p:nvPr>
            <p:ph type="title" idx="6" hasCustomPrompt="1"/>
          </p:nvPr>
        </p:nvSpPr>
        <p:spPr>
          <a:xfrm>
            <a:off x="2114575" y="153067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48" name="Google Shape;648;p79"/>
          <p:cNvSpPr txBox="1">
            <a:spLocks noGrp="1"/>
          </p:cNvSpPr>
          <p:nvPr>
            <p:ph type="subTitle" idx="7"/>
          </p:nvPr>
        </p:nvSpPr>
        <p:spPr>
          <a:xfrm>
            <a:off x="3998249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49" name="Google Shape;649;p79"/>
          <p:cNvSpPr txBox="1">
            <a:spLocks noGrp="1"/>
          </p:cNvSpPr>
          <p:nvPr>
            <p:ph type="subTitle" idx="8"/>
          </p:nvPr>
        </p:nvSpPr>
        <p:spPr>
          <a:xfrm>
            <a:off x="3998250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0" name="Google Shape;650;p79"/>
          <p:cNvSpPr txBox="1">
            <a:spLocks noGrp="1"/>
          </p:cNvSpPr>
          <p:nvPr>
            <p:ph type="title" idx="9" hasCustomPrompt="1"/>
          </p:nvPr>
        </p:nvSpPr>
        <p:spPr>
          <a:xfrm>
            <a:off x="3823800" y="9252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1" name="Google Shape;651;p79"/>
          <p:cNvSpPr txBox="1">
            <a:spLocks noGrp="1"/>
          </p:cNvSpPr>
          <p:nvPr>
            <p:ph type="subTitle" idx="13"/>
          </p:nvPr>
        </p:nvSpPr>
        <p:spPr>
          <a:xfrm>
            <a:off x="57007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2" name="Google Shape;652;p79"/>
          <p:cNvSpPr txBox="1">
            <a:spLocks noGrp="1"/>
          </p:cNvSpPr>
          <p:nvPr>
            <p:ph type="subTitle" idx="14"/>
          </p:nvPr>
        </p:nvSpPr>
        <p:spPr>
          <a:xfrm>
            <a:off x="57007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3" name="Google Shape;653;p79"/>
          <p:cNvSpPr txBox="1">
            <a:spLocks noGrp="1"/>
          </p:cNvSpPr>
          <p:nvPr>
            <p:ph type="title" idx="15" hasCustomPrompt="1"/>
          </p:nvPr>
        </p:nvSpPr>
        <p:spPr>
          <a:xfrm>
            <a:off x="5526275" y="2066050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4" name="Google Shape;654;p79"/>
          <p:cNvSpPr txBox="1">
            <a:spLocks noGrp="1"/>
          </p:cNvSpPr>
          <p:nvPr>
            <p:ph type="subTitle" idx="16"/>
          </p:nvPr>
        </p:nvSpPr>
        <p:spPr>
          <a:xfrm>
            <a:off x="7403224" y="3168375"/>
            <a:ext cx="1248000" cy="454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5" name="Google Shape;655;p79"/>
          <p:cNvSpPr txBox="1">
            <a:spLocks noGrp="1"/>
          </p:cNvSpPr>
          <p:nvPr>
            <p:ph type="subTitle" idx="17"/>
          </p:nvPr>
        </p:nvSpPr>
        <p:spPr>
          <a:xfrm>
            <a:off x="7403225" y="3700700"/>
            <a:ext cx="1248000" cy="1078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56" name="Google Shape;656;p79"/>
          <p:cNvSpPr txBox="1">
            <a:spLocks noGrp="1"/>
          </p:cNvSpPr>
          <p:nvPr>
            <p:ph type="title" idx="18" hasCustomPrompt="1"/>
          </p:nvPr>
        </p:nvSpPr>
        <p:spPr>
          <a:xfrm>
            <a:off x="7228775" y="1115525"/>
            <a:ext cx="1577100" cy="8541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r>
              <a:t>xx%</a:t>
            </a:r>
          </a:p>
        </p:txBody>
      </p:sp>
      <p:sp>
        <p:nvSpPr>
          <p:cNvPr id="657" name="Google Shape;657;p79"/>
          <p:cNvSpPr txBox="1">
            <a:spLocks noGrp="1"/>
          </p:cNvSpPr>
          <p:nvPr>
            <p:ph type="subTitle" idx="1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ultiple options">
  <p:cSld name="BLANK_1_1_1_1_1_1_1_1_1_1_1_2_1_1_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9" name="Google Shape;659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p80"/>
          <p:cNvSpPr txBox="1">
            <a:spLocks noGrp="1"/>
          </p:cNvSpPr>
          <p:nvPr>
            <p:ph type="body" idx="1"/>
          </p:nvPr>
        </p:nvSpPr>
        <p:spPr>
          <a:xfrm>
            <a:off x="6892719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1" name="Google Shape;661;p80"/>
          <p:cNvSpPr txBox="1">
            <a:spLocks noGrp="1"/>
          </p:cNvSpPr>
          <p:nvPr>
            <p:ph type="body" idx="2"/>
          </p:nvPr>
        </p:nvSpPr>
        <p:spPr>
          <a:xfrm>
            <a:off x="26490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2" name="Google Shape;662;p80"/>
          <p:cNvSpPr txBox="1">
            <a:spLocks noGrp="1"/>
          </p:cNvSpPr>
          <p:nvPr>
            <p:ph type="body" idx="3"/>
          </p:nvPr>
        </p:nvSpPr>
        <p:spPr>
          <a:xfrm>
            <a:off x="4770831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3" name="Google Shape;663;p80"/>
          <p:cNvSpPr txBox="1">
            <a:spLocks noGrp="1"/>
          </p:cNvSpPr>
          <p:nvPr>
            <p:ph type="body" idx="4"/>
          </p:nvPr>
        </p:nvSpPr>
        <p:spPr>
          <a:xfrm>
            <a:off x="513318" y="3499530"/>
            <a:ext cx="1644900" cy="1280400"/>
          </a:xfrm>
          <a:prstGeom prst="rect">
            <a:avLst/>
          </a:prstGeom>
        </p:spPr>
        <p:txBody>
          <a:bodyPr spcFirstLastPara="1" wrap="square" lIns="0" tIns="0" rIns="0" bIns="13715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4" name="Google Shape;664;p80"/>
          <p:cNvSpPr txBox="1">
            <a:spLocks noGrp="1"/>
          </p:cNvSpPr>
          <p:nvPr>
            <p:ph type="subTitle" idx="5"/>
          </p:nvPr>
        </p:nvSpPr>
        <p:spPr>
          <a:xfrm>
            <a:off x="47708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5" name="Google Shape;665;p80"/>
          <p:cNvSpPr txBox="1">
            <a:spLocks noGrp="1"/>
          </p:cNvSpPr>
          <p:nvPr>
            <p:ph type="subTitle" idx="6"/>
          </p:nvPr>
        </p:nvSpPr>
        <p:spPr>
          <a:xfrm>
            <a:off x="2649038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6" name="Google Shape;666;p80"/>
          <p:cNvSpPr txBox="1">
            <a:spLocks noGrp="1"/>
          </p:cNvSpPr>
          <p:nvPr>
            <p:ph type="subTitle" idx="7"/>
          </p:nvPr>
        </p:nvSpPr>
        <p:spPr>
          <a:xfrm>
            <a:off x="5133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7" name="Google Shape;667;p80"/>
          <p:cNvSpPr txBox="1">
            <a:spLocks noGrp="1"/>
          </p:cNvSpPr>
          <p:nvPr>
            <p:ph type="subTitle" idx="8"/>
          </p:nvPr>
        </p:nvSpPr>
        <p:spPr>
          <a:xfrm>
            <a:off x="6892725" y="1895401"/>
            <a:ext cx="1644900" cy="715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68" name="Google Shape;668;p80"/>
          <p:cNvSpPr txBox="1">
            <a:spLocks noGrp="1"/>
          </p:cNvSpPr>
          <p:nvPr>
            <p:ph type="title"/>
          </p:nvPr>
        </p:nvSpPr>
        <p:spPr>
          <a:xfrm>
            <a:off x="362050" y="1066100"/>
            <a:ext cx="83646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69" name="Google Shape;669;p8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0" name="Google Shape;670;p80"/>
          <p:cNvSpPr txBox="1">
            <a:spLocks noGrp="1"/>
          </p:cNvSpPr>
          <p:nvPr>
            <p:ph type="subTitle" idx="9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71" name="Google Shape;671;p80"/>
          <p:cNvSpPr txBox="1">
            <a:spLocks noGrp="1"/>
          </p:cNvSpPr>
          <p:nvPr>
            <p:ph type="subTitle" idx="13"/>
          </p:nvPr>
        </p:nvSpPr>
        <p:spPr>
          <a:xfrm>
            <a:off x="6892694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2" name="Google Shape;672;p80"/>
          <p:cNvSpPr txBox="1">
            <a:spLocks noGrp="1"/>
          </p:cNvSpPr>
          <p:nvPr>
            <p:ph type="subTitle" idx="14"/>
          </p:nvPr>
        </p:nvSpPr>
        <p:spPr>
          <a:xfrm>
            <a:off x="4770856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3" name="Google Shape;673;p80"/>
          <p:cNvSpPr txBox="1">
            <a:spLocks noGrp="1"/>
          </p:cNvSpPr>
          <p:nvPr>
            <p:ph type="subTitle" idx="15"/>
          </p:nvPr>
        </p:nvSpPr>
        <p:spPr>
          <a:xfrm>
            <a:off x="2648993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4" name="Google Shape;674;p80"/>
          <p:cNvSpPr txBox="1">
            <a:spLocks noGrp="1"/>
          </p:cNvSpPr>
          <p:nvPr>
            <p:ph type="subTitle" idx="16"/>
          </p:nvPr>
        </p:nvSpPr>
        <p:spPr>
          <a:xfrm>
            <a:off x="513318" y="2611076"/>
            <a:ext cx="1644900" cy="16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75" name="Google Shape;675;p80"/>
          <p:cNvSpPr txBox="1">
            <a:spLocks noGrp="1"/>
          </p:cNvSpPr>
          <p:nvPr>
            <p:ph type="subTitle" idx="1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2">
  <p:cSld name="CUSTOM_36"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7" name="Google Shape;677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78" name="Google Shape;678;p8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9" name="Google Shape;679;p81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680" name="Google Shape;680;p81"/>
          <p:cNvSpPr txBox="1">
            <a:spLocks noGrp="1"/>
          </p:cNvSpPr>
          <p:nvPr>
            <p:ph type="subTitle" idx="2"/>
          </p:nvPr>
        </p:nvSpPr>
        <p:spPr>
          <a:xfrm>
            <a:off x="6309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1" name="Google Shape;681;p81"/>
          <p:cNvSpPr txBox="1">
            <a:spLocks noGrp="1"/>
          </p:cNvSpPr>
          <p:nvPr>
            <p:ph type="subTitle" idx="3"/>
          </p:nvPr>
        </p:nvSpPr>
        <p:spPr>
          <a:xfrm>
            <a:off x="6309306" y="31434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2" name="Google Shape;682;p81"/>
          <p:cNvSpPr txBox="1">
            <a:spLocks noGrp="1"/>
          </p:cNvSpPr>
          <p:nvPr>
            <p:ph type="subTitle" idx="4"/>
          </p:nvPr>
        </p:nvSpPr>
        <p:spPr>
          <a:xfrm>
            <a:off x="3322306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3" name="Google Shape;683;p81"/>
          <p:cNvSpPr txBox="1">
            <a:spLocks noGrp="1"/>
          </p:cNvSpPr>
          <p:nvPr>
            <p:ph type="subTitle" idx="5"/>
          </p:nvPr>
        </p:nvSpPr>
        <p:spPr>
          <a:xfrm>
            <a:off x="361981" y="1231300"/>
            <a:ext cx="2497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4" name="Google Shape;684;p81"/>
          <p:cNvSpPr txBox="1">
            <a:spLocks noGrp="1"/>
          </p:cNvSpPr>
          <p:nvPr>
            <p:ph type="body" idx="6"/>
          </p:nvPr>
        </p:nvSpPr>
        <p:spPr>
          <a:xfrm>
            <a:off x="361981" y="1502500"/>
            <a:ext cx="2497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685" name="Google Shape;685;p81"/>
          <p:cNvSpPr txBox="1">
            <a:spLocks noGrp="1"/>
          </p:cNvSpPr>
          <p:nvPr>
            <p:ph type="subTitle" idx="7"/>
          </p:nvPr>
        </p:nvSpPr>
        <p:spPr>
          <a:xfrm>
            <a:off x="339895" y="3143400"/>
            <a:ext cx="50772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6" name="Google Shape;686;p81"/>
          <p:cNvSpPr txBox="1">
            <a:spLocks noGrp="1"/>
          </p:cNvSpPr>
          <p:nvPr>
            <p:ph type="subTitle" idx="8"/>
          </p:nvPr>
        </p:nvSpPr>
        <p:spPr>
          <a:xfrm>
            <a:off x="339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7" name="Google Shape;687;p81"/>
          <p:cNvSpPr txBox="1">
            <a:spLocks noGrp="1"/>
          </p:cNvSpPr>
          <p:nvPr>
            <p:ph type="subTitle" idx="9"/>
          </p:nvPr>
        </p:nvSpPr>
        <p:spPr>
          <a:xfrm>
            <a:off x="1428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8" name="Google Shape;688;p81"/>
          <p:cNvSpPr txBox="1">
            <a:spLocks noGrp="1"/>
          </p:cNvSpPr>
          <p:nvPr>
            <p:ph type="subTitle" idx="13"/>
          </p:nvPr>
        </p:nvSpPr>
        <p:spPr>
          <a:xfrm>
            <a:off x="2516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89" name="Google Shape;689;p81"/>
          <p:cNvSpPr txBox="1">
            <a:spLocks noGrp="1"/>
          </p:cNvSpPr>
          <p:nvPr>
            <p:ph type="subTitle" idx="14"/>
          </p:nvPr>
        </p:nvSpPr>
        <p:spPr>
          <a:xfrm>
            <a:off x="36054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0" name="Google Shape;690;p81"/>
          <p:cNvSpPr txBox="1">
            <a:spLocks noGrp="1"/>
          </p:cNvSpPr>
          <p:nvPr>
            <p:ph type="subTitle" idx="15"/>
          </p:nvPr>
        </p:nvSpPr>
        <p:spPr>
          <a:xfrm>
            <a:off x="4693900" y="3632075"/>
            <a:ext cx="1026900" cy="919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1" name="Google Shape;691;p81"/>
          <p:cNvSpPr txBox="1">
            <a:spLocks noGrp="1"/>
          </p:cNvSpPr>
          <p:nvPr>
            <p:ph type="subTitle" idx="16"/>
          </p:nvPr>
        </p:nvSpPr>
        <p:spPr>
          <a:xfrm>
            <a:off x="6309300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2" name="Google Shape;692;p81"/>
          <p:cNvSpPr txBox="1">
            <a:spLocks noGrp="1"/>
          </p:cNvSpPr>
          <p:nvPr>
            <p:ph type="subTitle" idx="17"/>
          </p:nvPr>
        </p:nvSpPr>
        <p:spPr>
          <a:xfrm>
            <a:off x="7578839" y="16340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3" name="Google Shape;693;p81"/>
          <p:cNvSpPr txBox="1">
            <a:spLocks noGrp="1"/>
          </p:cNvSpPr>
          <p:nvPr>
            <p:ph type="subTitle" idx="18"/>
          </p:nvPr>
        </p:nvSpPr>
        <p:spPr>
          <a:xfrm>
            <a:off x="6309300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4" name="Google Shape;694;p81"/>
          <p:cNvSpPr txBox="1">
            <a:spLocks noGrp="1"/>
          </p:cNvSpPr>
          <p:nvPr>
            <p:ph type="subTitle" idx="19"/>
          </p:nvPr>
        </p:nvSpPr>
        <p:spPr>
          <a:xfrm>
            <a:off x="7578839" y="2179450"/>
            <a:ext cx="1197900" cy="424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5" name="Google Shape;695;p81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3">
  <p:cSld name="BLANK_1_1_1_1_1_1_1_1_1_1_1_2_1_1_3">
    <p:bg>
      <p:bgPr>
        <a:solidFill>
          <a:schemeClr val="lt1"/>
        </a:solidFill>
        <a:effectLst/>
      </p:bgPr>
    </p:bg>
    <p:spTree>
      <p:nvGrpSpPr>
        <p:cNvPr id="1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7" name="Google Shape;697;p8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98" name="Google Shape;698;p82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41190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699" name="Google Shape;699;p8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00" name="Google Shape;700;p82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01" name="Google Shape;701;p82"/>
          <p:cNvSpPr txBox="1">
            <a:spLocks noGrp="1"/>
          </p:cNvSpPr>
          <p:nvPr>
            <p:ph type="subTitle" idx="2"/>
          </p:nvPr>
        </p:nvSpPr>
        <p:spPr>
          <a:xfrm>
            <a:off x="4760178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2" name="Google Shape;702;p82"/>
          <p:cNvSpPr txBox="1">
            <a:spLocks noGrp="1"/>
          </p:cNvSpPr>
          <p:nvPr>
            <p:ph type="body" idx="3"/>
          </p:nvPr>
        </p:nvSpPr>
        <p:spPr>
          <a:xfrm>
            <a:off x="4760178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3" name="Google Shape;703;p82"/>
          <p:cNvSpPr txBox="1">
            <a:spLocks noGrp="1"/>
          </p:cNvSpPr>
          <p:nvPr>
            <p:ph type="subTitle" idx="4"/>
          </p:nvPr>
        </p:nvSpPr>
        <p:spPr>
          <a:xfrm>
            <a:off x="4760178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4" name="Google Shape;704;p82"/>
          <p:cNvSpPr txBox="1">
            <a:spLocks noGrp="1"/>
          </p:cNvSpPr>
          <p:nvPr>
            <p:ph type="body" idx="5"/>
          </p:nvPr>
        </p:nvSpPr>
        <p:spPr>
          <a:xfrm>
            <a:off x="4760178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5" name="Google Shape;705;p82"/>
          <p:cNvSpPr txBox="1">
            <a:spLocks noGrp="1"/>
          </p:cNvSpPr>
          <p:nvPr>
            <p:ph type="subTitle" idx="6"/>
          </p:nvPr>
        </p:nvSpPr>
        <p:spPr>
          <a:xfrm>
            <a:off x="6948350" y="1213769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6" name="Google Shape;706;p82"/>
          <p:cNvSpPr txBox="1">
            <a:spLocks noGrp="1"/>
          </p:cNvSpPr>
          <p:nvPr>
            <p:ph type="body" idx="7"/>
          </p:nvPr>
        </p:nvSpPr>
        <p:spPr>
          <a:xfrm>
            <a:off x="6948350" y="1487419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7" name="Google Shape;707;p82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08" name="Google Shape;708;p82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09" name="Google Shape;709;p82"/>
          <p:cNvSpPr txBox="1">
            <a:spLocks noGrp="1"/>
          </p:cNvSpPr>
          <p:nvPr>
            <p:ph type="subTitle" idx="13"/>
          </p:nvPr>
        </p:nvSpPr>
        <p:spPr>
          <a:xfrm>
            <a:off x="520650" y="3138650"/>
            <a:ext cx="37704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0" name="Google Shape;710;p82"/>
          <p:cNvSpPr txBox="1">
            <a:spLocks noGrp="1"/>
          </p:cNvSpPr>
          <p:nvPr>
            <p:ph type="body" idx="14"/>
          </p:nvPr>
        </p:nvSpPr>
        <p:spPr>
          <a:xfrm>
            <a:off x="520650" y="3409850"/>
            <a:ext cx="37704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1" name="Google Shape;711;p82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5">
  <p:cSld name="BLANK_1_1_1_1_1_1_1_1_1_1_1_2_1_1_3_2">
    <p:bg>
      <p:bgPr>
        <a:solidFill>
          <a:schemeClr val="lt1"/>
        </a:solidFill>
        <a:effectLst/>
      </p:bgPr>
    </p:bg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3" name="Google Shape;713;p8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p83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19836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5" name="Google Shape;715;p8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16" name="Google Shape;716;p83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17" name="Google Shape;717;p83"/>
          <p:cNvSpPr txBox="1">
            <a:spLocks noGrp="1"/>
          </p:cNvSpPr>
          <p:nvPr>
            <p:ph type="subTitle" idx="2"/>
          </p:nvPr>
        </p:nvSpPr>
        <p:spPr>
          <a:xfrm>
            <a:off x="4823525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18" name="Google Shape;718;p83"/>
          <p:cNvSpPr txBox="1">
            <a:spLocks noGrp="1"/>
          </p:cNvSpPr>
          <p:nvPr>
            <p:ph type="body" idx="3"/>
          </p:nvPr>
        </p:nvSpPr>
        <p:spPr>
          <a:xfrm>
            <a:off x="4823525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19" name="Google Shape;719;p83"/>
          <p:cNvSpPr txBox="1">
            <a:spLocks noGrp="1"/>
          </p:cNvSpPr>
          <p:nvPr>
            <p:ph type="subTitle" idx="4"/>
          </p:nvPr>
        </p:nvSpPr>
        <p:spPr>
          <a:xfrm>
            <a:off x="482352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0" name="Google Shape;720;p83"/>
          <p:cNvSpPr txBox="1">
            <a:spLocks noGrp="1"/>
          </p:cNvSpPr>
          <p:nvPr>
            <p:ph type="body" idx="5"/>
          </p:nvPr>
        </p:nvSpPr>
        <p:spPr>
          <a:xfrm>
            <a:off x="482352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1" name="Google Shape;721;p83"/>
          <p:cNvSpPr txBox="1">
            <a:spLocks noGrp="1"/>
          </p:cNvSpPr>
          <p:nvPr>
            <p:ph type="subTitle" idx="6"/>
          </p:nvPr>
        </p:nvSpPr>
        <p:spPr>
          <a:xfrm>
            <a:off x="6948350" y="123130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2" name="Google Shape;722;p83"/>
          <p:cNvSpPr txBox="1">
            <a:spLocks noGrp="1"/>
          </p:cNvSpPr>
          <p:nvPr>
            <p:ph type="body" idx="7"/>
          </p:nvPr>
        </p:nvSpPr>
        <p:spPr>
          <a:xfrm>
            <a:off x="6948350" y="1504950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3" name="Google Shape;723;p83"/>
          <p:cNvSpPr txBox="1">
            <a:spLocks noGrp="1"/>
          </p:cNvSpPr>
          <p:nvPr>
            <p:ph type="subTitle" idx="8"/>
          </p:nvPr>
        </p:nvSpPr>
        <p:spPr>
          <a:xfrm>
            <a:off x="694835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4" name="Google Shape;724;p83"/>
          <p:cNvSpPr txBox="1">
            <a:spLocks noGrp="1"/>
          </p:cNvSpPr>
          <p:nvPr>
            <p:ph type="body" idx="9"/>
          </p:nvPr>
        </p:nvSpPr>
        <p:spPr>
          <a:xfrm>
            <a:off x="694835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5" name="Google Shape;725;p83"/>
          <p:cNvSpPr txBox="1">
            <a:spLocks noGrp="1"/>
          </p:cNvSpPr>
          <p:nvPr>
            <p:ph type="subTitle" idx="13"/>
          </p:nvPr>
        </p:nvSpPr>
        <p:spPr>
          <a:xfrm>
            <a:off x="573875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6" name="Google Shape;726;p83"/>
          <p:cNvSpPr txBox="1">
            <a:spLocks noGrp="1"/>
          </p:cNvSpPr>
          <p:nvPr>
            <p:ph type="body" idx="14"/>
          </p:nvPr>
        </p:nvSpPr>
        <p:spPr>
          <a:xfrm>
            <a:off x="573875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7" name="Google Shape;727;p83"/>
          <p:cNvSpPr txBox="1">
            <a:spLocks noGrp="1"/>
          </p:cNvSpPr>
          <p:nvPr>
            <p:ph type="subTitle" idx="15"/>
          </p:nvPr>
        </p:nvSpPr>
        <p:spPr>
          <a:xfrm>
            <a:off x="2698700" y="3138650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28" name="Google Shape;728;p83"/>
          <p:cNvSpPr txBox="1">
            <a:spLocks noGrp="1"/>
          </p:cNvSpPr>
          <p:nvPr>
            <p:ph type="body" idx="16"/>
          </p:nvPr>
        </p:nvSpPr>
        <p:spPr>
          <a:xfrm>
            <a:off x="2698700" y="3409851"/>
            <a:ext cx="1645800" cy="1233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29" name="Google Shape;729;p83"/>
          <p:cNvSpPr txBox="1">
            <a:spLocks noGrp="1"/>
          </p:cNvSpPr>
          <p:nvPr>
            <p:ph type="subTitle" idx="17"/>
          </p:nvPr>
        </p:nvSpPr>
        <p:spPr>
          <a:xfrm>
            <a:off x="2698700" y="1229838"/>
            <a:ext cx="1645800" cy="271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30" name="Google Shape;730;p83"/>
          <p:cNvSpPr txBox="1">
            <a:spLocks noGrp="1"/>
          </p:cNvSpPr>
          <p:nvPr>
            <p:ph type="body" idx="18"/>
          </p:nvPr>
        </p:nvSpPr>
        <p:spPr>
          <a:xfrm>
            <a:off x="2698700" y="1503488"/>
            <a:ext cx="1645800" cy="1230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1" name="Google Shape;731;p83"/>
          <p:cNvSpPr txBox="1">
            <a:spLocks noGrp="1"/>
          </p:cNvSpPr>
          <p:nvPr>
            <p:ph type="subTitle" idx="19"/>
          </p:nvPr>
        </p:nvSpPr>
        <p:spPr>
          <a:xfrm>
            <a:off x="361975" y="537642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cheme - Alt 6">
  <p:cSld name="CUSTOM_12"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3" name="Google Shape;733;p8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4" name="Google Shape;734;p8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35" name="Google Shape;735;p84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36" name="Google Shape;736;p84"/>
          <p:cNvSpPr txBox="1">
            <a:spLocks noGrp="1"/>
          </p:cNvSpPr>
          <p:nvPr>
            <p:ph type="body" idx="2"/>
          </p:nvPr>
        </p:nvSpPr>
        <p:spPr>
          <a:xfrm>
            <a:off x="5659300" y="3764525"/>
            <a:ext cx="2931300" cy="885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7" name="Google Shape;737;p84"/>
          <p:cNvSpPr txBox="1">
            <a:spLocks noGrp="1"/>
          </p:cNvSpPr>
          <p:nvPr>
            <p:ph type="body" idx="3"/>
          </p:nvPr>
        </p:nvSpPr>
        <p:spPr>
          <a:xfrm>
            <a:off x="5659350" y="1715800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8" name="Google Shape;738;p84"/>
          <p:cNvSpPr txBox="1">
            <a:spLocks noGrp="1"/>
          </p:cNvSpPr>
          <p:nvPr>
            <p:ph type="subTitle" idx="4"/>
          </p:nvPr>
        </p:nvSpPr>
        <p:spPr>
          <a:xfrm>
            <a:off x="5659350" y="1162000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39" name="Google Shape;739;p84"/>
          <p:cNvSpPr txBox="1">
            <a:spLocks noGrp="1"/>
          </p:cNvSpPr>
          <p:nvPr>
            <p:ph type="body" idx="5"/>
          </p:nvPr>
        </p:nvSpPr>
        <p:spPr>
          <a:xfrm>
            <a:off x="5659350" y="2986225"/>
            <a:ext cx="29313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0" name="Google Shape;740;p84"/>
          <p:cNvSpPr txBox="1">
            <a:spLocks noGrp="1"/>
          </p:cNvSpPr>
          <p:nvPr>
            <p:ph type="subTitle" idx="6"/>
          </p:nvPr>
        </p:nvSpPr>
        <p:spPr>
          <a:xfrm>
            <a:off x="5659350" y="2432425"/>
            <a:ext cx="2931300" cy="553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Light"/>
              <a:buNone/>
              <a:defRPr sz="3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Light"/>
              <a:buNone/>
              <a:defRPr sz="5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1" name="Google Shape;741;p84"/>
          <p:cNvSpPr txBox="1">
            <a:spLocks noGrp="1"/>
          </p:cNvSpPr>
          <p:nvPr>
            <p:ph type="subTitle" idx="7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nalysis">
  <p:cSld name="BLANK_1_1_1_1_1_1_1_1_1_1_1_2_1_1_3_1_1">
    <p:bg>
      <p:bgPr>
        <a:solidFill>
          <a:schemeClr val="lt1"/>
        </a:solidFill>
        <a:effectLst/>
      </p:bgPr>
    </p:bg>
    <p:spTree>
      <p:nvGrpSpPr>
        <p:cNvPr id="1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3" name="Google Shape;743;p8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44" name="Google Shape;744;p85"/>
          <p:cNvSpPr txBox="1">
            <a:spLocks noGrp="1"/>
          </p:cNvSpPr>
          <p:nvPr>
            <p:ph type="body" idx="1"/>
          </p:nvPr>
        </p:nvSpPr>
        <p:spPr>
          <a:xfrm>
            <a:off x="4823525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1pPr>
            <a:lvl2pPr marL="914400" lvl="1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2pPr>
            <a:lvl3pPr marL="1371600" lvl="2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3pPr>
            <a:lvl4pPr marL="1828800" lvl="3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4pPr>
            <a:lvl5pPr marL="2286000" lvl="4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5pPr>
            <a:lvl6pPr marL="2743200" lvl="5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6pPr>
            <a:lvl7pPr marL="3200400" lvl="6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/>
            </a:lvl7pPr>
            <a:lvl8pPr marL="3657600" lvl="7" indent="-2921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/>
            </a:lvl8pPr>
            <a:lvl9pPr marL="4114800" lvl="8" indent="-2921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/>
            </a:lvl9pPr>
          </a:lstStyle>
          <a:p>
            <a:endParaRPr/>
          </a:p>
        </p:txBody>
      </p:sp>
      <p:sp>
        <p:nvSpPr>
          <p:cNvPr id="745" name="Google Shape;745;p85"/>
          <p:cNvSpPr txBox="1">
            <a:spLocks noGrp="1"/>
          </p:cNvSpPr>
          <p:nvPr>
            <p:ph type="body" idx="2"/>
          </p:nvPr>
        </p:nvSpPr>
        <p:spPr>
          <a:xfrm>
            <a:off x="6948350" y="400722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46" name="Google Shape;746;p85"/>
          <p:cNvSpPr txBox="1">
            <a:spLocks noGrp="1"/>
          </p:cNvSpPr>
          <p:nvPr>
            <p:ph type="title"/>
          </p:nvPr>
        </p:nvSpPr>
        <p:spPr>
          <a:xfrm>
            <a:off x="359200" y="1067375"/>
            <a:ext cx="3996300" cy="17784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47" name="Google Shape;747;p8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48" name="Google Shape;748;p85"/>
          <p:cNvSpPr txBox="1">
            <a:spLocks noGrp="1"/>
          </p:cNvSpPr>
          <p:nvPr>
            <p:ph type="subTitle" idx="3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49" name="Google Shape;749;p85"/>
          <p:cNvSpPr txBox="1">
            <a:spLocks noGrp="1"/>
          </p:cNvSpPr>
          <p:nvPr>
            <p:ph type="body" idx="4"/>
          </p:nvPr>
        </p:nvSpPr>
        <p:spPr>
          <a:xfrm>
            <a:off x="346275" y="3390625"/>
            <a:ext cx="3996300" cy="14163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0" name="Google Shape;750;p85"/>
          <p:cNvSpPr txBox="1">
            <a:spLocks noGrp="1"/>
          </p:cNvSpPr>
          <p:nvPr>
            <p:ph type="body" idx="5"/>
          </p:nvPr>
        </p:nvSpPr>
        <p:spPr>
          <a:xfrm>
            <a:off x="4823525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1" name="Google Shape;751;p85"/>
          <p:cNvSpPr txBox="1">
            <a:spLocks noGrp="1"/>
          </p:cNvSpPr>
          <p:nvPr>
            <p:ph type="body" idx="6"/>
          </p:nvPr>
        </p:nvSpPr>
        <p:spPr>
          <a:xfrm>
            <a:off x="6948350" y="2099875"/>
            <a:ext cx="1645800" cy="68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52" name="Google Shape;752;p85"/>
          <p:cNvSpPr txBox="1">
            <a:spLocks noGrp="1"/>
          </p:cNvSpPr>
          <p:nvPr>
            <p:ph type="subTitle" idx="7"/>
          </p:nvPr>
        </p:nvSpPr>
        <p:spPr>
          <a:xfrm>
            <a:off x="6948350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3" name="Google Shape;753;p85"/>
          <p:cNvSpPr txBox="1">
            <a:spLocks noGrp="1"/>
          </p:cNvSpPr>
          <p:nvPr>
            <p:ph type="subTitle" idx="8"/>
          </p:nvPr>
        </p:nvSpPr>
        <p:spPr>
          <a:xfrm>
            <a:off x="4823525" y="118217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4" name="Google Shape;754;p85"/>
          <p:cNvSpPr txBox="1">
            <a:spLocks noGrp="1"/>
          </p:cNvSpPr>
          <p:nvPr>
            <p:ph type="subTitle" idx="9"/>
          </p:nvPr>
        </p:nvSpPr>
        <p:spPr>
          <a:xfrm>
            <a:off x="4823525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5" name="Google Shape;755;p85"/>
          <p:cNvSpPr txBox="1">
            <a:spLocks noGrp="1"/>
          </p:cNvSpPr>
          <p:nvPr>
            <p:ph type="subTitle" idx="13"/>
          </p:nvPr>
        </p:nvSpPr>
        <p:spPr>
          <a:xfrm>
            <a:off x="6948350" y="3089525"/>
            <a:ext cx="1645800" cy="917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500"/>
              <a:buFont typeface="Archivo SemiBold"/>
              <a:buNone/>
              <a:defRPr sz="55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56" name="Google Shape;756;p85"/>
          <p:cNvSpPr txBox="1">
            <a:spLocks noGrp="1"/>
          </p:cNvSpPr>
          <p:nvPr>
            <p:ph type="subTitle" idx="14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3">
  <p:cSld name="CUSTOM_2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p8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59" name="Google Shape;759;p8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60" name="Google Shape;760;p86"/>
          <p:cNvSpPr txBox="1">
            <a:spLocks noGrp="1"/>
          </p:cNvSpPr>
          <p:nvPr>
            <p:ph type="body" idx="2"/>
          </p:nvPr>
        </p:nvSpPr>
        <p:spPr>
          <a:xfrm>
            <a:off x="3561200" y="1650500"/>
            <a:ext cx="4311300" cy="483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1" name="Google Shape;761;p86"/>
          <p:cNvSpPr txBox="1">
            <a:spLocks noGrp="1"/>
          </p:cNvSpPr>
          <p:nvPr>
            <p:ph type="subTitle" idx="3"/>
          </p:nvPr>
        </p:nvSpPr>
        <p:spPr>
          <a:xfrm>
            <a:off x="3561190" y="1258875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2" name="Google Shape;762;p86"/>
          <p:cNvSpPr txBox="1">
            <a:spLocks noGrp="1"/>
          </p:cNvSpPr>
          <p:nvPr>
            <p:ph type="body" idx="4"/>
          </p:nvPr>
        </p:nvSpPr>
        <p:spPr>
          <a:xfrm>
            <a:off x="3561200" y="27455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3" name="Google Shape;763;p86"/>
          <p:cNvSpPr txBox="1">
            <a:spLocks noGrp="1"/>
          </p:cNvSpPr>
          <p:nvPr>
            <p:ph type="subTitle" idx="5"/>
          </p:nvPr>
        </p:nvSpPr>
        <p:spPr>
          <a:xfrm>
            <a:off x="3561190" y="2411024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4" name="Google Shape;764;p86"/>
          <p:cNvSpPr txBox="1">
            <a:spLocks noGrp="1"/>
          </p:cNvSpPr>
          <p:nvPr>
            <p:ph type="body" idx="6"/>
          </p:nvPr>
        </p:nvSpPr>
        <p:spPr>
          <a:xfrm>
            <a:off x="3561200" y="3890675"/>
            <a:ext cx="4311300" cy="5400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5" name="Google Shape;765;p86"/>
          <p:cNvSpPr txBox="1">
            <a:spLocks noGrp="1"/>
          </p:cNvSpPr>
          <p:nvPr>
            <p:ph type="subTitle" idx="7"/>
          </p:nvPr>
        </p:nvSpPr>
        <p:spPr>
          <a:xfrm>
            <a:off x="3561190" y="3556273"/>
            <a:ext cx="5286000" cy="192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 SemiBold"/>
              <a:buNone/>
              <a:defRPr sz="2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6" name="Google Shape;766;p86"/>
          <p:cNvSpPr txBox="1">
            <a:spLocks noGrp="1"/>
          </p:cNvSpPr>
          <p:nvPr>
            <p:ph type="title"/>
          </p:nvPr>
        </p:nvSpPr>
        <p:spPr>
          <a:xfrm>
            <a:off x="353550" y="1066100"/>
            <a:ext cx="2674500" cy="6129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767" name="Google Shape;767;p86"/>
          <p:cNvSpPr txBox="1">
            <a:spLocks noGrp="1"/>
          </p:cNvSpPr>
          <p:nvPr>
            <p:ph type="body" idx="8"/>
          </p:nvPr>
        </p:nvSpPr>
        <p:spPr>
          <a:xfrm>
            <a:off x="353550" y="1592450"/>
            <a:ext cx="2674500" cy="28857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768" name="Google Shape;768;p86"/>
          <p:cNvSpPr txBox="1">
            <a:spLocks noGrp="1"/>
          </p:cNvSpPr>
          <p:nvPr>
            <p:ph type="subTitle" idx="9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">
  <p:cSld name="CUSTOM_28">
    <p:spTree>
      <p:nvGrpSpPr>
        <p:cNvPr id="1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8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71" name="Google Shape;771;p87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2" name="Google Shape;772;p87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3" name="Google Shape;773;p87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4" name="Google Shape;774;p87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5" name="Google Shape;775;p87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6" name="Google Shape;776;p87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7" name="Google Shape;777;p87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778" name="Google Shape;778;p87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9" name="Google Shape;779;p87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None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0" name="Google Shape;780;p87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1" name="Google Shape;781;p87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Char char="●"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●"/>
              <a:defRPr sz="12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○"/>
              <a:defRPr sz="12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0"/>
              <a:buChar char="■"/>
              <a:defRPr sz="12000">
                <a:solidFill>
                  <a:schemeClr val="dk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2" name="Google Shape;782;p87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 - Alt 4 1">
  <p:cSld name="CUSTOM_28_1">
    <p:bg>
      <p:bgPr>
        <a:solidFill>
          <a:schemeClr val="dk1"/>
        </a:solidFill>
        <a:effectLst/>
      </p:bgPr>
    </p:bg>
    <p:spTree>
      <p:nvGrpSpPr>
        <p:cNvPr id="1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8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lvl="2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lvl="3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lvl="4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lvl="5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lvl="6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lvl="7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lvl="8" algn="r">
              <a:buNone/>
              <a:defRPr sz="700">
                <a:solidFill>
                  <a:srgbClr val="141414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785" name="Google Shape;785;p8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700"/>
              <a:buNone/>
              <a:defRPr sz="7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6" name="Google Shape;786;p88"/>
          <p:cNvSpPr txBox="1">
            <a:spLocks noGrp="1"/>
          </p:cNvSpPr>
          <p:nvPr>
            <p:ph type="body" idx="2"/>
          </p:nvPr>
        </p:nvSpPr>
        <p:spPr>
          <a:xfrm>
            <a:off x="4618675" y="1125913"/>
            <a:ext cx="3951600" cy="6174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7" name="Google Shape;787;p88"/>
          <p:cNvSpPr txBox="1">
            <a:spLocks noGrp="1"/>
          </p:cNvSpPr>
          <p:nvPr>
            <p:ph type="subTitle" idx="3"/>
          </p:nvPr>
        </p:nvSpPr>
        <p:spPr>
          <a:xfrm>
            <a:off x="4618675" y="875411"/>
            <a:ext cx="3515700" cy="223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8" name="Google Shape;788;p88"/>
          <p:cNvSpPr txBox="1">
            <a:spLocks noGrp="1"/>
          </p:cNvSpPr>
          <p:nvPr>
            <p:ph type="body" idx="4"/>
          </p:nvPr>
        </p:nvSpPr>
        <p:spPr>
          <a:xfrm>
            <a:off x="361975" y="1066100"/>
            <a:ext cx="2701200" cy="2160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89" name="Google Shape;789;p88"/>
          <p:cNvSpPr txBox="1">
            <a:spLocks noGrp="1"/>
          </p:cNvSpPr>
          <p:nvPr>
            <p:ph type="body" idx="5"/>
          </p:nvPr>
        </p:nvSpPr>
        <p:spPr>
          <a:xfrm>
            <a:off x="4618675" y="2603671"/>
            <a:ext cx="3951600" cy="6489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0" name="Google Shape;790;p88"/>
          <p:cNvSpPr txBox="1">
            <a:spLocks noGrp="1"/>
          </p:cNvSpPr>
          <p:nvPr>
            <p:ph type="subTitle" idx="6"/>
          </p:nvPr>
        </p:nvSpPr>
        <p:spPr>
          <a:xfrm>
            <a:off x="4618675" y="2340305"/>
            <a:ext cx="3515700" cy="234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1" name="Google Shape;791;p88"/>
          <p:cNvSpPr txBox="1">
            <a:spLocks noGrp="1"/>
          </p:cNvSpPr>
          <p:nvPr>
            <p:ph type="body" idx="7"/>
          </p:nvPr>
        </p:nvSpPr>
        <p:spPr>
          <a:xfrm>
            <a:off x="4618675" y="4066379"/>
            <a:ext cx="3951600" cy="643800"/>
          </a:xfrm>
          <a:prstGeom prst="rect">
            <a:avLst/>
          </a:prstGeom>
        </p:spPr>
        <p:txBody>
          <a:bodyPr spcFirstLastPara="1" wrap="square" lIns="0" tIns="45700" rIns="0" bIns="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●"/>
              <a:defRPr sz="1000">
                <a:solidFill>
                  <a:srgbClr val="141414"/>
                </a:solidFill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000"/>
              <a:buChar char="○"/>
              <a:defRPr sz="1000">
                <a:solidFill>
                  <a:srgbClr val="141414"/>
                </a:solidFill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000"/>
              <a:buChar char="■"/>
              <a:defRPr sz="10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2" name="Google Shape;792;p88"/>
          <p:cNvSpPr txBox="1">
            <a:spLocks noGrp="1"/>
          </p:cNvSpPr>
          <p:nvPr>
            <p:ph type="subTitle" idx="8"/>
          </p:nvPr>
        </p:nvSpPr>
        <p:spPr>
          <a:xfrm>
            <a:off x="4618675" y="3805198"/>
            <a:ext cx="3515700" cy="2325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000"/>
              <a:buNone/>
              <a:defRPr sz="1000" b="1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793" name="Google Shape;793;p88"/>
          <p:cNvSpPr txBox="1">
            <a:spLocks noGrp="1"/>
          </p:cNvSpPr>
          <p:nvPr>
            <p:ph type="title" hasCustomPrompt="1"/>
          </p:nvPr>
        </p:nvSpPr>
        <p:spPr>
          <a:xfrm>
            <a:off x="3597468" y="680406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None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None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4" name="Google Shape;794;p88"/>
          <p:cNvSpPr txBox="1">
            <a:spLocks noGrp="1"/>
          </p:cNvSpPr>
          <p:nvPr>
            <p:ph type="title" idx="9" hasCustomPrompt="1"/>
          </p:nvPr>
        </p:nvSpPr>
        <p:spPr>
          <a:xfrm>
            <a:off x="3597469" y="2127391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5" name="Google Shape;795;p88"/>
          <p:cNvSpPr txBox="1">
            <a:spLocks noGrp="1"/>
          </p:cNvSpPr>
          <p:nvPr>
            <p:ph type="title" idx="13" hasCustomPrompt="1"/>
          </p:nvPr>
        </p:nvSpPr>
        <p:spPr>
          <a:xfrm>
            <a:off x="3597468" y="3591203"/>
            <a:ext cx="1040100" cy="91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5000"/>
              <a:buChar char="●"/>
              <a:defRPr sz="5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●"/>
              <a:defRPr sz="120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○"/>
              <a:defRPr sz="120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0"/>
              <a:buChar char="■"/>
              <a:defRPr sz="12000">
                <a:solidFill>
                  <a:srgbClr val="14141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96" name="Google Shape;796;p88"/>
          <p:cNvSpPr txBox="1">
            <a:spLocks noGrp="1"/>
          </p:cNvSpPr>
          <p:nvPr>
            <p:ph type="subTitle" idx="14"/>
          </p:nvPr>
        </p:nvSpPr>
        <p:spPr>
          <a:xfrm>
            <a:off x="361961" y="539906"/>
            <a:ext cx="62769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2000"/>
              <a:buNone/>
              <a:defRPr sz="2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 - Alt 2">
  <p:cSld name="BLANK_1_1_1_1_1_1_1_1_1_1_1_1_1_1_1_4">
    <p:bg>
      <p:bgPr>
        <a:solidFill>
          <a:schemeClr val="lt1"/>
        </a:solidFill>
        <a:effectLst/>
      </p:bgPr>
    </p:bg>
    <p:spTree>
      <p:nvGrpSpPr>
        <p:cNvPr id="1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8" name="Google Shape;798;p8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9" name="Google Shape;799;p89"/>
          <p:cNvSpPr>
            <a:spLocks noGrp="1"/>
          </p:cNvSpPr>
          <p:nvPr>
            <p:ph type="pic" idx="2"/>
          </p:nvPr>
        </p:nvSpPr>
        <p:spPr>
          <a:xfrm>
            <a:off x="6773700" y="1600350"/>
            <a:ext cx="2001300" cy="605100"/>
          </a:xfrm>
          <a:prstGeom prst="roundRect">
            <a:avLst>
              <a:gd name="adj" fmla="val 27045"/>
            </a:avLst>
          </a:prstGeom>
          <a:noFill/>
          <a:ln>
            <a:noFill/>
          </a:ln>
        </p:spPr>
      </p:sp>
      <p:sp>
        <p:nvSpPr>
          <p:cNvPr id="800" name="Google Shape;800;p89"/>
          <p:cNvSpPr>
            <a:spLocks noGrp="1"/>
          </p:cNvSpPr>
          <p:nvPr>
            <p:ph type="pic" idx="3"/>
          </p:nvPr>
        </p:nvSpPr>
        <p:spPr>
          <a:xfrm>
            <a:off x="4636725" y="1600350"/>
            <a:ext cx="2001300" cy="605100"/>
          </a:xfrm>
          <a:prstGeom prst="roundRect">
            <a:avLst>
              <a:gd name="adj" fmla="val 25760"/>
            </a:avLst>
          </a:prstGeom>
          <a:noFill/>
          <a:ln>
            <a:noFill/>
          </a:ln>
        </p:spPr>
      </p:sp>
      <p:sp>
        <p:nvSpPr>
          <p:cNvPr id="801" name="Google Shape;801;p89"/>
          <p:cNvSpPr>
            <a:spLocks noGrp="1"/>
          </p:cNvSpPr>
          <p:nvPr>
            <p:ph type="pic" idx="4"/>
          </p:nvPr>
        </p:nvSpPr>
        <p:spPr>
          <a:xfrm>
            <a:off x="2499750" y="1600350"/>
            <a:ext cx="2005200" cy="605100"/>
          </a:xfrm>
          <a:prstGeom prst="roundRect">
            <a:avLst>
              <a:gd name="adj" fmla="val 25545"/>
            </a:avLst>
          </a:prstGeom>
          <a:noFill/>
          <a:ln>
            <a:noFill/>
          </a:ln>
        </p:spPr>
      </p:sp>
      <p:sp>
        <p:nvSpPr>
          <p:cNvPr id="802" name="Google Shape;802;p89"/>
          <p:cNvSpPr>
            <a:spLocks noGrp="1"/>
          </p:cNvSpPr>
          <p:nvPr>
            <p:ph type="pic" idx="5"/>
          </p:nvPr>
        </p:nvSpPr>
        <p:spPr>
          <a:xfrm>
            <a:off x="361950" y="1600350"/>
            <a:ext cx="2001300" cy="605100"/>
          </a:xfrm>
          <a:prstGeom prst="roundRect">
            <a:avLst>
              <a:gd name="adj" fmla="val 26529"/>
            </a:avLst>
          </a:prstGeom>
          <a:noFill/>
          <a:ln>
            <a:noFill/>
          </a:ln>
        </p:spPr>
      </p:sp>
      <p:sp>
        <p:nvSpPr>
          <p:cNvPr id="803" name="Google Shape;803;p89"/>
          <p:cNvSpPr txBox="1">
            <a:spLocks noGrp="1"/>
          </p:cNvSpPr>
          <p:nvPr>
            <p:ph type="title"/>
          </p:nvPr>
        </p:nvSpPr>
        <p:spPr>
          <a:xfrm>
            <a:off x="361975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4" name="Google Shape;804;p89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05" name="Google Shape;805;p89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06" name="Google Shape;806;p89"/>
          <p:cNvSpPr txBox="1">
            <a:spLocks noGrp="1"/>
          </p:cNvSpPr>
          <p:nvPr>
            <p:ph type="subTitle" idx="6"/>
          </p:nvPr>
        </p:nvSpPr>
        <p:spPr>
          <a:xfrm>
            <a:off x="528567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7" name="Google Shape;807;p89"/>
          <p:cNvSpPr txBox="1">
            <a:spLocks noGrp="1"/>
          </p:cNvSpPr>
          <p:nvPr>
            <p:ph type="subTitle" idx="7"/>
          </p:nvPr>
        </p:nvSpPr>
        <p:spPr>
          <a:xfrm>
            <a:off x="2664436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8" name="Google Shape;808;p89"/>
          <p:cNvSpPr txBox="1">
            <a:spLocks noGrp="1"/>
          </p:cNvSpPr>
          <p:nvPr>
            <p:ph type="subTitle" idx="8"/>
          </p:nvPr>
        </p:nvSpPr>
        <p:spPr>
          <a:xfrm>
            <a:off x="4803102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09" name="Google Shape;809;p89"/>
          <p:cNvSpPr txBox="1">
            <a:spLocks noGrp="1"/>
          </p:cNvSpPr>
          <p:nvPr>
            <p:ph type="subTitle" idx="9"/>
          </p:nvPr>
        </p:nvSpPr>
        <p:spPr>
          <a:xfrm>
            <a:off x="6938513" y="2459450"/>
            <a:ext cx="1654500" cy="20919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SemiBold"/>
              <a:buNone/>
              <a:defRPr sz="1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10" name="Google Shape;810;p89"/>
          <p:cNvSpPr txBox="1">
            <a:spLocks noGrp="1"/>
          </p:cNvSpPr>
          <p:nvPr>
            <p:ph type="subTitle" idx="13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ive big ideas">
  <p:cSld name="CUSTOM_13"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2" name="Google Shape;812;p9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13" name="Google Shape;813;p90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14" name="Google Shape;814;p90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15" name="Google Shape;815;p90"/>
          <p:cNvSpPr txBox="1">
            <a:spLocks noGrp="1"/>
          </p:cNvSpPr>
          <p:nvPr>
            <p:ph type="subTitle" idx="2"/>
          </p:nvPr>
        </p:nvSpPr>
        <p:spPr>
          <a:xfrm>
            <a:off x="494689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6" name="Google Shape;816;p90"/>
          <p:cNvSpPr txBox="1">
            <a:spLocks noGrp="1"/>
          </p:cNvSpPr>
          <p:nvPr>
            <p:ph type="body" idx="3"/>
          </p:nvPr>
        </p:nvSpPr>
        <p:spPr>
          <a:xfrm>
            <a:off x="494689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7" name="Google Shape;817;p90"/>
          <p:cNvSpPr txBox="1">
            <a:spLocks noGrp="1"/>
          </p:cNvSpPr>
          <p:nvPr>
            <p:ph type="subTitle" idx="4"/>
          </p:nvPr>
        </p:nvSpPr>
        <p:spPr>
          <a:xfrm>
            <a:off x="22035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18" name="Google Shape;818;p90"/>
          <p:cNvSpPr txBox="1">
            <a:spLocks noGrp="1"/>
          </p:cNvSpPr>
          <p:nvPr>
            <p:ph type="body" idx="5"/>
          </p:nvPr>
        </p:nvSpPr>
        <p:spPr>
          <a:xfrm>
            <a:off x="22035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19" name="Google Shape;819;p90"/>
          <p:cNvSpPr txBox="1">
            <a:spLocks noGrp="1"/>
          </p:cNvSpPr>
          <p:nvPr>
            <p:ph type="subTitle" idx="6"/>
          </p:nvPr>
        </p:nvSpPr>
        <p:spPr>
          <a:xfrm>
            <a:off x="391239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0" name="Google Shape;820;p90"/>
          <p:cNvSpPr txBox="1">
            <a:spLocks noGrp="1"/>
          </p:cNvSpPr>
          <p:nvPr>
            <p:ph type="body" idx="7"/>
          </p:nvPr>
        </p:nvSpPr>
        <p:spPr>
          <a:xfrm>
            <a:off x="391239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1" name="Google Shape;821;p90"/>
          <p:cNvSpPr txBox="1">
            <a:spLocks noGrp="1"/>
          </p:cNvSpPr>
          <p:nvPr>
            <p:ph type="subTitle" idx="8"/>
          </p:nvPr>
        </p:nvSpPr>
        <p:spPr>
          <a:xfrm>
            <a:off x="5621020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2" name="Google Shape;822;p90"/>
          <p:cNvSpPr txBox="1">
            <a:spLocks noGrp="1"/>
          </p:cNvSpPr>
          <p:nvPr>
            <p:ph type="body" idx="9"/>
          </p:nvPr>
        </p:nvSpPr>
        <p:spPr>
          <a:xfrm>
            <a:off x="5621020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3" name="Google Shape;823;p90"/>
          <p:cNvSpPr txBox="1">
            <a:spLocks noGrp="1"/>
          </p:cNvSpPr>
          <p:nvPr>
            <p:ph type="subTitle" idx="13"/>
          </p:nvPr>
        </p:nvSpPr>
        <p:spPr>
          <a:xfrm>
            <a:off x="7329172" y="1960052"/>
            <a:ext cx="1319700" cy="31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solidFill>
                  <a:schemeClr val="dk1"/>
                </a:solidFill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4" name="Google Shape;824;p90"/>
          <p:cNvSpPr txBox="1">
            <a:spLocks noGrp="1"/>
          </p:cNvSpPr>
          <p:nvPr>
            <p:ph type="body" idx="14"/>
          </p:nvPr>
        </p:nvSpPr>
        <p:spPr>
          <a:xfrm>
            <a:off x="7329172" y="2274201"/>
            <a:ext cx="1319700" cy="234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825" name="Google Shape;825;p90"/>
          <p:cNvSpPr txBox="1">
            <a:spLocks noGrp="1"/>
          </p:cNvSpPr>
          <p:nvPr>
            <p:ph type="title"/>
          </p:nvPr>
        </p:nvSpPr>
        <p:spPr>
          <a:xfrm>
            <a:off x="357700" y="1066100"/>
            <a:ext cx="6243300" cy="455100"/>
          </a:xfrm>
          <a:prstGeom prst="rect">
            <a:avLst/>
          </a:prstGeom>
        </p:spPr>
        <p:txBody>
          <a:bodyPr spcFirstLastPara="1" wrap="square" lIns="0" tIns="137150" rIns="0" bIns="13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Golos Text SemiBold"/>
              <a:buNone/>
              <a:defRPr sz="1000">
                <a:latin typeface="Golos Text SemiBold"/>
                <a:ea typeface="Golos Text SemiBold"/>
                <a:cs typeface="Golos Text SemiBold"/>
                <a:sym typeface="Golos Text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 SemiBold"/>
              <a:buNone/>
              <a:defRPr sz="1400">
                <a:latin typeface="Golos Text SemiBold"/>
                <a:ea typeface="Golos Text SemiBold"/>
                <a:cs typeface="Golos Text SemiBold"/>
                <a:sym typeface="Golos Text SemiBold"/>
              </a:defRPr>
            </a:lvl9pPr>
          </a:lstStyle>
          <a:p>
            <a:endParaRPr/>
          </a:p>
        </p:txBody>
      </p:sp>
      <p:sp>
        <p:nvSpPr>
          <p:cNvPr id="826" name="Google Shape;826;p90"/>
          <p:cNvSpPr txBox="1">
            <a:spLocks noGrp="1"/>
          </p:cNvSpPr>
          <p:nvPr>
            <p:ph type="subTitle" idx="15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CUSTOM_7_1_1_1_1_1_1_1_1_1_1_1_1_1_1_1_1_1_1_1_1">
    <p:bg>
      <p:bgPr>
        <a:solidFill>
          <a:schemeClr val="dk1"/>
        </a:solidFill>
        <a:effectLst/>
      </p:bgPr>
    </p:bg>
    <p:spTree>
      <p:nvGrpSpPr>
        <p:cNvPr id="1" name="Shape 8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8" name="Google Shape;828;p9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-1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29" name="Google Shape;829;p91"/>
          <p:cNvSpPr txBox="1">
            <a:spLocks noGrp="1"/>
          </p:cNvSpPr>
          <p:nvPr>
            <p:ph type="title"/>
          </p:nvPr>
        </p:nvSpPr>
        <p:spPr>
          <a:xfrm>
            <a:off x="361975" y="555540"/>
            <a:ext cx="8414700" cy="2778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100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100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100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100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100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100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100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1000"/>
              </a:spcBef>
              <a:spcAft>
                <a:spcPts val="100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0" name="Google Shape;830;p91"/>
          <p:cNvSpPr>
            <a:spLocks noGrp="1"/>
          </p:cNvSpPr>
          <p:nvPr>
            <p:ph type="pic" idx="2"/>
          </p:nvPr>
        </p:nvSpPr>
        <p:spPr>
          <a:xfrm>
            <a:off x="342975" y="3777050"/>
            <a:ext cx="1002900" cy="1002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31" name="Google Shape;831;p91"/>
          <p:cNvSpPr txBox="1">
            <a:spLocks noGrp="1"/>
          </p:cNvSpPr>
          <p:nvPr>
            <p:ph type="subTitle" idx="1"/>
          </p:nvPr>
        </p:nvSpPr>
        <p:spPr>
          <a:xfrm>
            <a:off x="1345875" y="39584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32" name="Google Shape;832;p91"/>
          <p:cNvSpPr txBox="1">
            <a:spLocks noGrp="1"/>
          </p:cNvSpPr>
          <p:nvPr>
            <p:ph type="subTitle" idx="3"/>
          </p:nvPr>
        </p:nvSpPr>
        <p:spPr>
          <a:xfrm>
            <a:off x="1345875" y="4278500"/>
            <a:ext cx="4017600" cy="320100"/>
          </a:xfrm>
          <a:prstGeom prst="rect">
            <a:avLst/>
          </a:prstGeom>
        </p:spPr>
        <p:txBody>
          <a:bodyPr spcFirstLastPara="1" wrap="square" lIns="137150" tIns="0" rIns="27430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3" name="Google Shape;833;p91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34" name="Google Shape;834;p91"/>
          <p:cNvSpPr txBox="1">
            <a:spLocks noGrp="1"/>
          </p:cNvSpPr>
          <p:nvPr>
            <p:ph type="subTitle" idx="4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- Alt 1">
  <p:cSld name="CUSTOM_7_1_1_1_1_1_1_1_1_1_1_1_1_1_1_1_1_1_1_1_1_1">
    <p:bg>
      <p:bgPr>
        <a:solidFill>
          <a:schemeClr val="lt1"/>
        </a:solidFill>
        <a:effectLst/>
      </p:bgPr>
    </p:bg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6" name="Google Shape;836;p9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37" name="Google Shape;837;p92"/>
          <p:cNvSpPr txBox="1">
            <a:spLocks noGrp="1"/>
          </p:cNvSpPr>
          <p:nvPr>
            <p:ph type="subTitle" idx="1"/>
          </p:nvPr>
        </p:nvSpPr>
        <p:spPr>
          <a:xfrm>
            <a:off x="608070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None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8" name="Google Shape;838;p92"/>
          <p:cNvSpPr txBox="1">
            <a:spLocks noGrp="1"/>
          </p:cNvSpPr>
          <p:nvPr>
            <p:ph type="title"/>
          </p:nvPr>
        </p:nvSpPr>
        <p:spPr>
          <a:xfrm>
            <a:off x="3502650" y="1350300"/>
            <a:ext cx="4882800" cy="2290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39" name="Google Shape;839;p92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0" name="Google Shape;840;p92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1" name="Google Shape;841;p92"/>
          <p:cNvSpPr txBox="1">
            <a:spLocks noGrp="1"/>
          </p:cNvSpPr>
          <p:nvPr>
            <p:ph type="subTitle" idx="3"/>
          </p:nvPr>
        </p:nvSpPr>
        <p:spPr>
          <a:xfrm>
            <a:off x="3502650" y="3770600"/>
            <a:ext cx="2486700" cy="342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SemiBold"/>
              <a:buNone/>
              <a:defRPr sz="12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42" name="Google Shape;842;p92"/>
          <p:cNvSpPr>
            <a:spLocks noGrp="1"/>
          </p:cNvSpPr>
          <p:nvPr>
            <p:ph type="pic" idx="4"/>
          </p:nvPr>
        </p:nvSpPr>
        <p:spPr>
          <a:xfrm>
            <a:off x="361975" y="1215200"/>
            <a:ext cx="2920200" cy="29583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">
  <p:cSld name="CUSTOM_2">
    <p:spTree>
      <p:nvGrpSpPr>
        <p:cNvPr id="1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93"/>
          <p:cNvSpPr txBox="1">
            <a:spLocks noGrp="1"/>
          </p:cNvSpPr>
          <p:nvPr>
            <p:ph type="body" idx="1"/>
          </p:nvPr>
        </p:nvSpPr>
        <p:spPr>
          <a:xfrm>
            <a:off x="359200" y="1801500"/>
            <a:ext cx="4029000" cy="300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●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Char char="○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 Light"/>
              <a:buChar char="■"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45" name="Google Shape;845;p93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46" name="Google Shape;846;p93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47" name="Google Shape;847;p93"/>
          <p:cNvSpPr>
            <a:spLocks noGrp="1"/>
          </p:cNvSpPr>
          <p:nvPr>
            <p:ph type="pic" idx="3"/>
          </p:nvPr>
        </p:nvSpPr>
        <p:spPr>
          <a:xfrm>
            <a:off x="4637525" y="612800"/>
            <a:ext cx="4131600" cy="4167000"/>
          </a:xfrm>
          <a:prstGeom prst="roundRect">
            <a:avLst>
              <a:gd name="adj" fmla="val 6598"/>
            </a:avLst>
          </a:prstGeom>
          <a:noFill/>
          <a:ln>
            <a:noFill/>
          </a:ln>
        </p:spPr>
      </p:sp>
      <p:sp>
        <p:nvSpPr>
          <p:cNvPr id="848" name="Google Shape;848;p93"/>
          <p:cNvSpPr txBox="1">
            <a:spLocks noGrp="1"/>
          </p:cNvSpPr>
          <p:nvPr>
            <p:ph type="subTitle" idx="4"/>
          </p:nvPr>
        </p:nvSpPr>
        <p:spPr>
          <a:xfrm>
            <a:off x="361975" y="539900"/>
            <a:ext cx="4131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1">
  <p:cSld name="CUSTOM_2_1">
    <p:bg>
      <p:bgPr>
        <a:solidFill>
          <a:schemeClr val="dk1"/>
        </a:solidFill>
        <a:effectLst/>
      </p:bgPr>
    </p:bg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0" name="Google Shape;850;p9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1" name="Google Shape;851;p94"/>
          <p:cNvSpPr txBox="1">
            <a:spLocks noGrp="1"/>
          </p:cNvSpPr>
          <p:nvPr>
            <p:ph type="title"/>
          </p:nvPr>
        </p:nvSpPr>
        <p:spPr>
          <a:xfrm>
            <a:off x="3843300" y="870251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2" name="Google Shape;852;p94"/>
          <p:cNvSpPr>
            <a:spLocks noGrp="1"/>
          </p:cNvSpPr>
          <p:nvPr>
            <p:ph type="pic" idx="2"/>
          </p:nvPr>
        </p:nvSpPr>
        <p:spPr>
          <a:xfrm>
            <a:off x="361975" y="612800"/>
            <a:ext cx="3224400" cy="4167000"/>
          </a:xfrm>
          <a:prstGeom prst="roundRect">
            <a:avLst>
              <a:gd name="adj" fmla="val 4717"/>
            </a:avLst>
          </a:prstGeom>
          <a:noFill/>
          <a:ln>
            <a:noFill/>
          </a:ln>
        </p:spPr>
      </p:sp>
      <p:sp>
        <p:nvSpPr>
          <p:cNvPr id="853" name="Google Shape;853;p94"/>
          <p:cNvSpPr txBox="1">
            <a:spLocks noGrp="1"/>
          </p:cNvSpPr>
          <p:nvPr>
            <p:ph type="body" idx="1"/>
          </p:nvPr>
        </p:nvSpPr>
        <p:spPr>
          <a:xfrm>
            <a:off x="3843300" y="4195275"/>
            <a:ext cx="4933500" cy="584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1pPr>
            <a:lvl2pPr marL="914400" lvl="1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2pPr>
            <a:lvl3pPr marL="1371600" lvl="2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3pPr>
            <a:lvl4pPr marL="1828800" lvl="3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4pPr>
            <a:lvl5pPr marL="2286000" lvl="4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5pPr>
            <a:lvl6pPr marL="2743200" lvl="5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6pPr>
            <a:lvl7pPr marL="3200400" lvl="6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●"/>
              <a:defRPr sz="1000"/>
            </a:lvl7pPr>
            <a:lvl8pPr marL="3657600" lvl="7" indent="-2921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Char char="○"/>
              <a:defRPr sz="1000"/>
            </a:lvl8pPr>
            <a:lvl9pPr marL="4114800" lvl="8" indent="-2921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Archivo"/>
              <a:buChar char="■"/>
              <a:defRPr sz="1000"/>
            </a:lvl9pPr>
          </a:lstStyle>
          <a:p>
            <a:endParaRPr/>
          </a:p>
        </p:txBody>
      </p:sp>
      <p:sp>
        <p:nvSpPr>
          <p:cNvPr id="854" name="Google Shape;854;p94"/>
          <p:cNvSpPr txBox="1">
            <a:spLocks noGrp="1"/>
          </p:cNvSpPr>
          <p:nvPr>
            <p:ph type="subTitle" idx="3"/>
          </p:nvPr>
        </p:nvSpPr>
        <p:spPr>
          <a:xfrm>
            <a:off x="3843300" y="614476"/>
            <a:ext cx="4933500" cy="13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55" name="Google Shape;855;p94"/>
          <p:cNvSpPr txBox="1">
            <a:spLocks noGrp="1"/>
          </p:cNvSpPr>
          <p:nvPr>
            <p:ph type="title" idx="4"/>
          </p:nvPr>
        </p:nvSpPr>
        <p:spPr>
          <a:xfrm>
            <a:off x="3843300" y="1210976"/>
            <a:ext cx="4933500" cy="274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0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>
            <a:endParaRPr/>
          </a:p>
        </p:txBody>
      </p:sp>
      <p:sp>
        <p:nvSpPr>
          <p:cNvPr id="856" name="Google Shape;856;p94"/>
          <p:cNvSpPr txBox="1">
            <a:spLocks noGrp="1"/>
          </p:cNvSpPr>
          <p:nvPr>
            <p:ph type="title" idx="5"/>
          </p:nvPr>
        </p:nvSpPr>
        <p:spPr>
          <a:xfrm>
            <a:off x="3843300" y="1801500"/>
            <a:ext cx="4933500" cy="1820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57" name="Google Shape;857;p94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58" name="Google Shape;858;p94"/>
          <p:cNvSpPr txBox="1">
            <a:spLocks noGrp="1"/>
          </p:cNvSpPr>
          <p:nvPr>
            <p:ph type="subTitle" idx="6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6">
          <p15:clr>
            <a:srgbClr val="E46962"/>
          </p15:clr>
        </p15:guide>
      </p15:sldGuideLst>
    </p:ext>
  </p:extLst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2">
  <p:cSld name="CUSTOM_2_1_3">
    <p:bg>
      <p:bgPr>
        <a:solidFill>
          <a:schemeClr val="dk1"/>
        </a:solidFill>
        <a:effectLst/>
      </p:bgPr>
    </p:bg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0" name="Google Shape;860;p9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1" name="Google Shape;861;p95"/>
          <p:cNvSpPr txBox="1">
            <a:spLocks noGrp="1"/>
          </p:cNvSpPr>
          <p:nvPr>
            <p:ph type="subTitle" idx="1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2" name="Google Shape;862;p95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63" name="Google Shape;863;p95"/>
          <p:cNvSpPr txBox="1">
            <a:spLocks noGrp="1"/>
          </p:cNvSpPr>
          <p:nvPr>
            <p:ph type="subTitle" idx="2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4" name="Google Shape;864;p95"/>
          <p:cNvSpPr txBox="1">
            <a:spLocks noGrp="1"/>
          </p:cNvSpPr>
          <p:nvPr>
            <p:ph type="body" idx="3"/>
          </p:nvPr>
        </p:nvSpPr>
        <p:spPr>
          <a:xfrm>
            <a:off x="361975" y="2947875"/>
            <a:ext cx="4163100" cy="1833600"/>
          </a:xfrm>
          <a:prstGeom prst="rect">
            <a:avLst/>
          </a:prstGeom>
        </p:spPr>
        <p:txBody>
          <a:bodyPr spcFirstLastPara="1" wrap="square" lIns="0" tIns="137150" rIns="0" bIns="0" anchor="b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/>
            </a:lvl9pPr>
          </a:lstStyle>
          <a:p>
            <a:endParaRPr/>
          </a:p>
        </p:txBody>
      </p:sp>
      <p:sp>
        <p:nvSpPr>
          <p:cNvPr id="865" name="Google Shape;865;p95"/>
          <p:cNvSpPr txBox="1">
            <a:spLocks noGrp="1"/>
          </p:cNvSpPr>
          <p:nvPr>
            <p:ph type="title"/>
          </p:nvPr>
        </p:nvSpPr>
        <p:spPr>
          <a:xfrm>
            <a:off x="337200" y="1066100"/>
            <a:ext cx="8375700" cy="1881900"/>
          </a:xfrm>
          <a:prstGeom prst="rect">
            <a:avLst/>
          </a:prstGeom>
        </p:spPr>
        <p:txBody>
          <a:bodyPr spcFirstLastPara="1" wrap="square" lIns="0" tIns="0" rIns="0" bIns="13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Archivo SemiBold"/>
              <a:buNone/>
              <a:defRPr sz="50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tatement - Alt 6">
  <p:cSld name="CUSTOM_2_1_1_1">
    <p:bg>
      <p:bgPr>
        <a:solidFill>
          <a:schemeClr val="dk1"/>
        </a:solidFill>
        <a:effectLst/>
      </p:bgPr>
    </p:bg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7" name="Google Shape;867;p9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68" name="Google Shape;868;p96"/>
          <p:cNvSpPr txBox="1">
            <a:spLocks noGrp="1"/>
          </p:cNvSpPr>
          <p:nvPr>
            <p:ph type="title"/>
          </p:nvPr>
        </p:nvSpPr>
        <p:spPr>
          <a:xfrm>
            <a:off x="361965" y="2535325"/>
            <a:ext cx="6346800" cy="22827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2000"/>
            </a:lvl9pPr>
          </a:lstStyle>
          <a:p>
            <a:endParaRPr/>
          </a:p>
        </p:txBody>
      </p:sp>
      <p:sp>
        <p:nvSpPr>
          <p:cNvPr id="869" name="Google Shape;869;p96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70" name="Google Shape;870;p96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71" name="Google Shape;871;p96"/>
          <p:cNvSpPr txBox="1">
            <a:spLocks noGrp="1"/>
          </p:cNvSpPr>
          <p:nvPr>
            <p:ph type="subTitle" idx="2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CUSTOM_5">
    <p:bg>
      <p:bgPr>
        <a:solidFill>
          <a:schemeClr val="dk1"/>
        </a:solidFill>
        <a:effectLst/>
      </p:bgPr>
    </p:bg>
    <p:spTree>
      <p:nvGrpSpPr>
        <p:cNvPr id="1" name="Shape 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3" name="Google Shape;873;p9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74" name="Google Shape;874;p97"/>
          <p:cNvSpPr txBox="1">
            <a:spLocks noGrp="1"/>
          </p:cNvSpPr>
          <p:nvPr>
            <p:ph type="title"/>
          </p:nvPr>
        </p:nvSpPr>
        <p:spPr>
          <a:xfrm>
            <a:off x="2504817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5" name="Google Shape;875;p97"/>
          <p:cNvSpPr txBox="1">
            <a:spLocks noGrp="1"/>
          </p:cNvSpPr>
          <p:nvPr>
            <p:ph type="subTitle" idx="1"/>
          </p:nvPr>
        </p:nvSpPr>
        <p:spPr>
          <a:xfrm>
            <a:off x="2504817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6" name="Google Shape;876;p97"/>
          <p:cNvSpPr>
            <a:spLocks noGrp="1"/>
          </p:cNvSpPr>
          <p:nvPr>
            <p:ph type="pic" idx="2"/>
          </p:nvPr>
        </p:nvSpPr>
        <p:spPr>
          <a:xfrm>
            <a:off x="28241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77" name="Google Shape;877;p97"/>
          <p:cNvSpPr txBox="1">
            <a:spLocks noGrp="1"/>
          </p:cNvSpPr>
          <p:nvPr>
            <p:ph type="title" idx="3"/>
          </p:nvPr>
        </p:nvSpPr>
        <p:spPr>
          <a:xfrm>
            <a:off x="36835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78" name="Google Shape;878;p97"/>
          <p:cNvSpPr txBox="1">
            <a:spLocks noGrp="1"/>
          </p:cNvSpPr>
          <p:nvPr>
            <p:ph type="subTitle" idx="4"/>
          </p:nvPr>
        </p:nvSpPr>
        <p:spPr>
          <a:xfrm>
            <a:off x="36835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79" name="Google Shape;879;p97"/>
          <p:cNvSpPr>
            <a:spLocks noGrp="1"/>
          </p:cNvSpPr>
          <p:nvPr>
            <p:ph type="pic" idx="5"/>
          </p:nvPr>
        </p:nvSpPr>
        <p:spPr>
          <a:xfrm>
            <a:off x="68770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0" name="Google Shape;880;p97"/>
          <p:cNvSpPr txBox="1">
            <a:spLocks noGrp="1"/>
          </p:cNvSpPr>
          <p:nvPr>
            <p:ph type="title" idx="6"/>
          </p:nvPr>
        </p:nvSpPr>
        <p:spPr>
          <a:xfrm>
            <a:off x="6778800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1" name="Google Shape;881;p97"/>
          <p:cNvSpPr txBox="1">
            <a:spLocks noGrp="1"/>
          </p:cNvSpPr>
          <p:nvPr>
            <p:ph type="subTitle" idx="7"/>
          </p:nvPr>
        </p:nvSpPr>
        <p:spPr>
          <a:xfrm>
            <a:off x="6778800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2" name="Google Shape;882;p97"/>
          <p:cNvSpPr>
            <a:spLocks noGrp="1"/>
          </p:cNvSpPr>
          <p:nvPr>
            <p:ph type="pic" idx="8"/>
          </p:nvPr>
        </p:nvSpPr>
        <p:spPr>
          <a:xfrm>
            <a:off x="7098150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3" name="Google Shape;883;p97"/>
          <p:cNvSpPr txBox="1">
            <a:spLocks noGrp="1"/>
          </p:cNvSpPr>
          <p:nvPr>
            <p:ph type="title" idx="9"/>
          </p:nvPr>
        </p:nvSpPr>
        <p:spPr>
          <a:xfrm>
            <a:off x="4650558" y="29401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84" name="Google Shape;884;p97"/>
          <p:cNvSpPr txBox="1">
            <a:spLocks noGrp="1"/>
          </p:cNvSpPr>
          <p:nvPr>
            <p:ph type="subTitle" idx="13"/>
          </p:nvPr>
        </p:nvSpPr>
        <p:spPr>
          <a:xfrm>
            <a:off x="4650558" y="3661040"/>
            <a:ext cx="1994100" cy="8868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latin typeface="Archivo Light"/>
                <a:ea typeface="Archivo Light"/>
                <a:cs typeface="Archivo Light"/>
                <a:sym typeface="Archivo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chivo Light"/>
              <a:buNone/>
              <a:defRPr sz="10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885" name="Google Shape;885;p97"/>
          <p:cNvSpPr>
            <a:spLocks noGrp="1"/>
          </p:cNvSpPr>
          <p:nvPr>
            <p:ph type="pic" idx="14"/>
          </p:nvPr>
        </p:nvSpPr>
        <p:spPr>
          <a:xfrm>
            <a:off x="4969667" y="1295719"/>
            <a:ext cx="1355400" cy="1373100"/>
          </a:xfrm>
          <a:prstGeom prst="ellipse">
            <a:avLst/>
          </a:prstGeom>
          <a:noFill/>
          <a:ln>
            <a:noFill/>
          </a:ln>
        </p:spPr>
      </p:sp>
      <p:sp>
        <p:nvSpPr>
          <p:cNvPr id="886" name="Google Shape;886;p97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87" name="Google Shape;887;p97"/>
          <p:cNvSpPr txBox="1">
            <a:spLocks noGrp="1"/>
          </p:cNvSpPr>
          <p:nvPr>
            <p:ph type="subTitle" idx="15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88" name="Google Shape;888;p97"/>
          <p:cNvSpPr txBox="1">
            <a:spLocks noGrp="1"/>
          </p:cNvSpPr>
          <p:nvPr>
            <p:ph type="subTitle" idx="16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- Alt 2">
  <p:cSld name="CUSTOM_6">
    <p:bg>
      <p:bgPr>
        <a:solidFill>
          <a:schemeClr val="dk1"/>
        </a:solidFill>
        <a:effectLst/>
      </p:bgPr>
    </p:bg>
    <p:spTree>
      <p:nvGrpSpPr>
        <p:cNvPr id="1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0" name="Google Shape;890;p9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91" name="Google Shape;891;p98"/>
          <p:cNvSpPr>
            <a:spLocks noGrp="1"/>
          </p:cNvSpPr>
          <p:nvPr>
            <p:ph type="pic" idx="2"/>
          </p:nvPr>
        </p:nvSpPr>
        <p:spPr>
          <a:xfrm>
            <a:off x="36197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2" name="Google Shape;892;p98"/>
          <p:cNvSpPr>
            <a:spLocks noGrp="1"/>
          </p:cNvSpPr>
          <p:nvPr>
            <p:ph type="pic" idx="3"/>
          </p:nvPr>
        </p:nvSpPr>
        <p:spPr>
          <a:xfrm>
            <a:off x="36197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3" name="Google Shape;893;p98"/>
          <p:cNvSpPr txBox="1">
            <a:spLocks noGrp="1"/>
          </p:cNvSpPr>
          <p:nvPr>
            <p:ph type="title"/>
          </p:nvPr>
        </p:nvSpPr>
        <p:spPr>
          <a:xfrm>
            <a:off x="36197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4" name="Google Shape;894;p98"/>
          <p:cNvSpPr txBox="1">
            <a:spLocks noGrp="1"/>
          </p:cNvSpPr>
          <p:nvPr>
            <p:ph type="sldNum" idx="12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895" name="Google Shape;895;p98"/>
          <p:cNvSpPr txBox="1">
            <a:spLocks noGrp="1"/>
          </p:cNvSpPr>
          <p:nvPr>
            <p:ph type="subTitle" idx="1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Archivo"/>
              <a:buNone/>
              <a:defRPr sz="7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96" name="Google Shape;896;p98"/>
          <p:cNvSpPr txBox="1">
            <a:spLocks noGrp="1"/>
          </p:cNvSpPr>
          <p:nvPr>
            <p:ph type="title" idx="4"/>
          </p:nvPr>
        </p:nvSpPr>
        <p:spPr>
          <a:xfrm>
            <a:off x="36212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14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897" name="Google Shape;897;p98"/>
          <p:cNvSpPr>
            <a:spLocks noGrp="1"/>
          </p:cNvSpPr>
          <p:nvPr>
            <p:ph type="pic" idx="5"/>
          </p:nvPr>
        </p:nvSpPr>
        <p:spPr>
          <a:xfrm>
            <a:off x="249975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8" name="Google Shape;898;p98"/>
          <p:cNvSpPr>
            <a:spLocks noGrp="1"/>
          </p:cNvSpPr>
          <p:nvPr>
            <p:ph type="pic" idx="6"/>
          </p:nvPr>
        </p:nvSpPr>
        <p:spPr>
          <a:xfrm>
            <a:off x="249975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899" name="Google Shape;899;p98"/>
          <p:cNvSpPr txBox="1">
            <a:spLocks noGrp="1"/>
          </p:cNvSpPr>
          <p:nvPr>
            <p:ph type="title" idx="7"/>
          </p:nvPr>
        </p:nvSpPr>
        <p:spPr>
          <a:xfrm>
            <a:off x="249975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0" name="Google Shape;900;p98"/>
          <p:cNvSpPr txBox="1">
            <a:spLocks noGrp="1"/>
          </p:cNvSpPr>
          <p:nvPr>
            <p:ph type="title" idx="8"/>
          </p:nvPr>
        </p:nvSpPr>
        <p:spPr>
          <a:xfrm>
            <a:off x="249990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1" name="Google Shape;901;p98"/>
          <p:cNvSpPr>
            <a:spLocks noGrp="1"/>
          </p:cNvSpPr>
          <p:nvPr>
            <p:ph type="pic" idx="9"/>
          </p:nvPr>
        </p:nvSpPr>
        <p:spPr>
          <a:xfrm>
            <a:off x="4637525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2" name="Google Shape;902;p98"/>
          <p:cNvSpPr>
            <a:spLocks noGrp="1"/>
          </p:cNvSpPr>
          <p:nvPr>
            <p:ph type="pic" idx="13"/>
          </p:nvPr>
        </p:nvSpPr>
        <p:spPr>
          <a:xfrm>
            <a:off x="4637525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3" name="Google Shape;903;p98"/>
          <p:cNvSpPr txBox="1">
            <a:spLocks noGrp="1"/>
          </p:cNvSpPr>
          <p:nvPr>
            <p:ph type="title" idx="14"/>
          </p:nvPr>
        </p:nvSpPr>
        <p:spPr>
          <a:xfrm>
            <a:off x="4637525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4" name="Google Shape;904;p98"/>
          <p:cNvSpPr txBox="1">
            <a:spLocks noGrp="1"/>
          </p:cNvSpPr>
          <p:nvPr>
            <p:ph type="title" idx="15"/>
          </p:nvPr>
        </p:nvSpPr>
        <p:spPr>
          <a:xfrm>
            <a:off x="4637675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5" name="Google Shape;905;p98"/>
          <p:cNvSpPr>
            <a:spLocks noGrp="1"/>
          </p:cNvSpPr>
          <p:nvPr>
            <p:ph type="pic" idx="16"/>
          </p:nvPr>
        </p:nvSpPr>
        <p:spPr>
          <a:xfrm>
            <a:off x="6775300" y="2991074"/>
            <a:ext cx="1994400" cy="11475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6" name="Google Shape;906;p98"/>
          <p:cNvSpPr>
            <a:spLocks noGrp="1"/>
          </p:cNvSpPr>
          <p:nvPr>
            <p:ph type="pic" idx="17"/>
          </p:nvPr>
        </p:nvSpPr>
        <p:spPr>
          <a:xfrm>
            <a:off x="6775300" y="1066100"/>
            <a:ext cx="1994400" cy="1209600"/>
          </a:xfrm>
          <a:prstGeom prst="roundRect">
            <a:avLst>
              <a:gd name="adj" fmla="val 7060"/>
            </a:avLst>
          </a:prstGeom>
          <a:noFill/>
          <a:ln>
            <a:noFill/>
          </a:ln>
        </p:spPr>
      </p:sp>
      <p:sp>
        <p:nvSpPr>
          <p:cNvPr id="907" name="Google Shape;907;p98"/>
          <p:cNvSpPr txBox="1">
            <a:spLocks noGrp="1"/>
          </p:cNvSpPr>
          <p:nvPr>
            <p:ph type="title" idx="18"/>
          </p:nvPr>
        </p:nvSpPr>
        <p:spPr>
          <a:xfrm>
            <a:off x="6775300" y="4268750"/>
            <a:ext cx="1994400" cy="511200"/>
          </a:xfrm>
          <a:prstGeom prst="rect">
            <a:avLst/>
          </a:prstGeom>
        </p:spPr>
        <p:txBody>
          <a:bodyPr spcFirstLastPara="1" wrap="square" lIns="91425" tIns="0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8" name="Google Shape;908;p98"/>
          <p:cNvSpPr txBox="1">
            <a:spLocks noGrp="1"/>
          </p:cNvSpPr>
          <p:nvPr>
            <p:ph type="title" idx="19"/>
          </p:nvPr>
        </p:nvSpPr>
        <p:spPr>
          <a:xfrm>
            <a:off x="6775450" y="2292638"/>
            <a:ext cx="1994100" cy="579900"/>
          </a:xfrm>
          <a:prstGeom prst="rect">
            <a:avLst/>
          </a:prstGeom>
        </p:spPr>
        <p:txBody>
          <a:bodyPr spcFirstLastPara="1" wrap="square" lIns="137150" tIns="91425" rIns="137150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 SemiBold"/>
              <a:buNone/>
              <a:defRPr sz="3000">
                <a:latin typeface="Archivo SemiBold"/>
                <a:ea typeface="Archivo SemiBold"/>
                <a:cs typeface="Archivo SemiBold"/>
                <a:sym typeface="Archivo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 SemiBold"/>
              <a:buNone/>
              <a:defRPr sz="1400">
                <a:solidFill>
                  <a:schemeClr val="dk1"/>
                </a:solidFill>
                <a:latin typeface="Archivo SemiBold"/>
                <a:ea typeface="Archivo SemiBold"/>
                <a:cs typeface="Archivo SemiBold"/>
                <a:sym typeface="Archivo SemiBold"/>
              </a:defRPr>
            </a:lvl9pPr>
          </a:lstStyle>
          <a:p>
            <a:endParaRPr/>
          </a:p>
        </p:txBody>
      </p:sp>
      <p:sp>
        <p:nvSpPr>
          <p:cNvPr id="909" name="Google Shape;909;p98"/>
          <p:cNvSpPr txBox="1">
            <a:spLocks noGrp="1"/>
          </p:cNvSpPr>
          <p:nvPr>
            <p:ph type="subTitle" idx="20"/>
          </p:nvPr>
        </p:nvSpPr>
        <p:spPr>
          <a:xfrm>
            <a:off x="361975" y="539900"/>
            <a:ext cx="8367600" cy="318600"/>
          </a:xfrm>
          <a:prstGeom prst="rect">
            <a:avLst/>
          </a:prstGeom>
        </p:spPr>
        <p:txBody>
          <a:bodyPr spcFirstLastPara="1" wrap="square" lIns="0" tIns="0" rIns="0" bIns="0" anchor="b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chivo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chivo"/>
              <a:buNone/>
              <a:defRPr sz="1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p9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912" name="Google Shape;912;p9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>
  <p:cSld name="Section header"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10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 and body"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10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17" name="Google Shape;917;p10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 and two columns">
    <p:spTree>
      <p:nvGrpSpPr>
        <p:cNvPr id="1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0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20" name="Google Shape;920;p10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21" name="Google Shape;921;p102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p10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04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26" name="Google Shape;926;p104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9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Google Shape;928;p105"/>
          <p:cNvSpPr txBox="1">
            <a:spLocks noGrp="1"/>
          </p:cNvSpPr>
          <p:nvPr>
            <p:ph type="title"/>
          </p:nvPr>
        </p:nvSpPr>
        <p:spPr>
          <a:xfrm>
            <a:off x="361969" y="450156"/>
            <a:ext cx="6276900" cy="40908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06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931" name="Google Shape;931;p106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32" name="Google Shape;932;p106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107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marL="457200" lvl="0" indent="-22860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08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57150" tIns="57150" rIns="57150" bIns="5715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37" name="Google Shape;937;p108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p110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1" name="Google Shape;941;p110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2" name="Google Shape;942;p110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3" name="Google Shape;943;p110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4" name="Google Shape;944;p110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5" name="Google Shape;945;p110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46" name="Google Shape;946;p110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ody and image">
  <p:cSld name="Title, body and image">
    <p:spTree>
      <p:nvGrpSpPr>
        <p:cNvPr id="1" name="Shape 9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8" name="Google Shape;948;p1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49" name="Google Shape;949;p11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0" name="Google Shape;950;p111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big ideas">
  <p:cSld name="Two big ideas">
    <p:spTree>
      <p:nvGrpSpPr>
        <p:cNvPr id="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p112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53" name="Google Shape;953;p112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4" name="Google Shape;954;p112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5" name="Google Shape;955;p112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56" name="Google Shape;956;p112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big ideas">
  <p:cSld name="Three big ideas">
    <p:spTree>
      <p:nvGrpSpPr>
        <p:cNvPr id="1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113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59" name="Google Shape;959;p113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0" name="Google Shape;960;p113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61" name="Google Shape;961;p113"/>
          <p:cNvSpPr txBox="1">
            <a:spLocks noGrp="1"/>
          </p:cNvSpPr>
          <p:nvPr>
            <p:ph type="subTitle" idx="3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2" name="Google Shape;962;p113"/>
          <p:cNvSpPr txBox="1">
            <a:spLocks noGrp="1"/>
          </p:cNvSpPr>
          <p:nvPr>
            <p:ph type="subTitle" idx="4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3" name="Google Shape;963;p113"/>
          <p:cNvSpPr txBox="1">
            <a:spLocks noGrp="1"/>
          </p:cNvSpPr>
          <p:nvPr>
            <p:ph type="subTitle" idx="5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64" name="Google Shape;964;p113"/>
          <p:cNvSpPr txBox="1">
            <a:spLocks noGrp="1"/>
          </p:cNvSpPr>
          <p:nvPr>
            <p:ph type="body" idx="6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ur big ideas">
  <p:cSld name="Four big ideas">
    <p:spTree>
      <p:nvGrpSpPr>
        <p:cNvPr id="1" name="Shape 9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6" name="Google Shape;966;p114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7" name="Google Shape;967;p114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8" name="Google Shape;968;p114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69" name="Google Shape;969;p114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70" name="Google Shape;970;p114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57150" tIns="57150" rIns="57150" bIns="5715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971" name="Google Shape;971;p114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2" name="Google Shape;972;p114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3" name="Google Shape;973;p114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74" name="Google Shape;974;p114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image">
  <p:cSld name="Title and image">
    <p:spTree>
      <p:nvGrpSpPr>
        <p:cNvPr id="1" name="Shape 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Google Shape;976;p1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77" name="Google Shape;977;p115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">
  <p:cSld name="Two storyboards">
    <p:spTree>
      <p:nvGrpSpPr>
        <p:cNvPr id="1" name="Shape 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116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0" name="Google Shape;980;p116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1" name="Google Shape;981;p116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2" name="Google Shape;982;p116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83" name="Google Shape;983;p1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984" name="Google Shape;984;p116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985" name="Google Shape;985;p116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storyboards 1">
  <p:cSld name="Two storyboards_1">
    <p:bg>
      <p:bgPr>
        <a:solidFill>
          <a:schemeClr val="dk1"/>
        </a:solidFill>
        <a:effectLst/>
      </p:bgPr>
    </p:bg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p117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88" name="Google Shape;988;p117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9" name="Google Shape;989;p117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90" name="Google Shape;990;p117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●"/>
              <a:defRPr sz="1200">
                <a:solidFill>
                  <a:srgbClr val="141414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○"/>
              <a:defRPr sz="1200">
                <a:solidFill>
                  <a:srgbClr val="141414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200"/>
              <a:buChar char="■"/>
              <a:defRPr sz="12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1" name="Google Shape;991;p1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3000"/>
              <a:buNone/>
              <a:defRPr sz="30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2" name="Google Shape;992;p117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  <p:sp>
        <p:nvSpPr>
          <p:cNvPr id="993" name="Google Shape;993;p117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400"/>
              <a:buNone/>
              <a:defRPr sz="1400">
                <a:solidFill>
                  <a:srgbClr val="141414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41414"/>
              </a:buClr>
              <a:buSzPts val="1800"/>
              <a:buNone/>
              <a:defRPr sz="1800">
                <a:solidFill>
                  <a:srgbClr val="141414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toryboards">
  <p:cSld name="Three storyboards"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118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8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8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6" name="Google Shape;996;p118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7" name="Google Shape;997;p118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998" name="Google Shape;998;p118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99" name="Google Shape;999;p118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0" name="Google Shape;1000;p118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01" name="Google Shape;1001;p1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02" name="Google Shape;1002;p118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3" name="Google Shape;1003;p118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04" name="Google Shape;1004;p118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only">
  <p:cSld name="Image only">
    <p:spTree>
      <p:nvGrpSpPr>
        <p:cNvPr id="1" name="Shape 10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Google Shape;1006;p119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 grid">
  <p:cSld name="Image grid">
    <p:spTree>
      <p:nvGrpSpPr>
        <p:cNvPr id="1" name="Shape 10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8" name="Google Shape;1008;p120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09" name="Google Shape;1009;p120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0" name="Google Shape;1010;p120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1" name="Google Shape;1011;p120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2" name="Google Shape;1012;p120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3" name="Google Shape;1013;p120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4" name="Google Shape;1014;p120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57150" tIns="57150" rIns="57150" bIns="5715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015" name="Google Shape;1015;p120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6" name="Google Shape;1016;p120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017" name="Google Shape;1017;p120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1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0" name="Google Shape;1020;p1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021" name="Google Shape;1021;p1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p1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024" name="Google Shape;1024;p1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slideLayout" Target="../slideLayouts/slideLayout29.xml"/><Relationship Id="rId13" Type="http://schemas.openxmlformats.org/officeDocument/2006/relationships/slideLayout" Target="../slideLayouts/slideLayout30.xml"/><Relationship Id="rId14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32.xml"/><Relationship Id="rId16" Type="http://schemas.openxmlformats.org/officeDocument/2006/relationships/slideLayout" Target="../slideLayouts/slideLayout33.xml"/><Relationship Id="rId17" Type="http://schemas.openxmlformats.org/officeDocument/2006/relationships/slideLayout" Target="../slideLayouts/slideLayout34.xml"/><Relationship Id="rId18" Type="http://schemas.openxmlformats.org/officeDocument/2006/relationships/slideLayout" Target="../slideLayouts/slideLayout35.xml"/><Relationship Id="rId19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38.xml"/><Relationship Id="rId22" Type="http://schemas.openxmlformats.org/officeDocument/2006/relationships/slideLayout" Target="../slideLayouts/slideLayout39.xml"/><Relationship Id="rId23" Type="http://schemas.openxmlformats.org/officeDocument/2006/relationships/slideLayout" Target="../slideLayouts/slideLayout40.xml"/><Relationship Id="rId24" Type="http://schemas.openxmlformats.org/officeDocument/2006/relationships/slideLayout" Target="../slideLayouts/slideLayout41.xml"/><Relationship Id="rId25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43.xml"/><Relationship Id="rId27" Type="http://schemas.openxmlformats.org/officeDocument/2006/relationships/slideLayout" Target="../slideLayouts/slideLayout44.xml"/><Relationship Id="rId28" Type="http://schemas.openxmlformats.org/officeDocument/2006/relationships/slideLayout" Target="../slideLayouts/slideLayout45.xml"/><Relationship Id="rId29" Type="http://schemas.openxmlformats.org/officeDocument/2006/relationships/slideLayout" Target="../slideLayouts/slideLayout46.xml"/><Relationship Id="rId30" Type="http://schemas.openxmlformats.org/officeDocument/2006/relationships/slideLayout" Target="../slideLayouts/slideLayout47.xml"/><Relationship Id="rId31" Type="http://schemas.openxmlformats.org/officeDocument/2006/relationships/slideLayout" Target="../slideLayouts/slideLayout48.xml"/><Relationship Id="rId32" Type="http://schemas.openxmlformats.org/officeDocument/2006/relationships/slideLayout" Target="../slideLayouts/slideLayout49.xml"/><Relationship Id="rId33" Type="http://schemas.openxmlformats.org/officeDocument/2006/relationships/slideLayout" Target="../slideLayouts/slideLayout50.xml"/><Relationship Id="rId34" Type="http://schemas.openxmlformats.org/officeDocument/2006/relationships/slideLayout" Target="../slideLayouts/slideLayout51.xml"/><Relationship Id="rId35" Type="http://schemas.openxmlformats.org/officeDocument/2006/relationships/slideLayout" Target="../slideLayouts/slideLayout52.xml"/><Relationship Id="rId36" Type="http://schemas.openxmlformats.org/officeDocument/2006/relationships/slideLayout" Target="../slideLayouts/slideLayout53.xml"/><Relationship Id="rId37" Type="http://schemas.openxmlformats.org/officeDocument/2006/relationships/slideLayout" Target="../slideLayouts/slideLayout54.xml"/><Relationship Id="rId38" Type="http://schemas.openxmlformats.org/officeDocument/2006/relationships/slideLayout" Target="../slideLayouts/slideLayout55.xml"/><Relationship Id="rId39" Type="http://schemas.openxmlformats.org/officeDocument/2006/relationships/slideLayout" Target="../slideLayouts/slideLayout56.xml"/><Relationship Id="rId40" Type="http://schemas.openxmlformats.org/officeDocument/2006/relationships/slideLayout" Target="../slideLayouts/slideLayout57.xml"/><Relationship Id="rId41" Type="http://schemas.openxmlformats.org/officeDocument/2006/relationships/slideLayout" Target="../slideLayouts/slideLayout58.xml"/><Relationship Id="rId42" Type="http://schemas.openxmlformats.org/officeDocument/2006/relationships/slideLayout" Target="../slideLayouts/slideLayout59.xml"/><Relationship Id="rId43" Type="http://schemas.openxmlformats.org/officeDocument/2006/relationships/slideLayout" Target="../slideLayouts/slideLayout60.xml"/><Relationship Id="rId44" Type="http://schemas.openxmlformats.org/officeDocument/2006/relationships/slideLayout" Target="../slideLayouts/slideLayout61.xml"/><Relationship Id="rId45" Type="http://schemas.openxmlformats.org/officeDocument/2006/relationships/slideLayout" Target="../slideLayouts/slideLayout62.xml"/><Relationship Id="rId46" Type="http://schemas.openxmlformats.org/officeDocument/2006/relationships/slideLayout" Target="../slideLayouts/slideLayout63.xml"/><Relationship Id="rId47" Type="http://schemas.openxmlformats.org/officeDocument/2006/relationships/slideLayout" Target="../slideLayouts/slideLayout64.xml"/><Relationship Id="rId48" Type="http://schemas.openxmlformats.org/officeDocument/2006/relationships/slideLayout" Target="../slideLayouts/slideLayout65.xml"/><Relationship Id="rId49" Type="http://schemas.openxmlformats.org/officeDocument/2006/relationships/theme" Target="../theme/theme2.xml"/><Relationship Id="rId50" Type="http://schemas.openxmlformats.org/officeDocument/2006/relationships/image" Target="../media/image2.pn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slideLayout" Target="../slideLayouts/slideLayout67.xml"/><Relationship Id="rId3" Type="http://schemas.openxmlformats.org/officeDocument/2006/relationships/slideLayout" Target="../slideLayouts/slideLayout68.xml"/><Relationship Id="rId4" Type="http://schemas.openxmlformats.org/officeDocument/2006/relationships/slideLayout" Target="../slideLayouts/slideLayout69.xml"/><Relationship Id="rId5" Type="http://schemas.openxmlformats.org/officeDocument/2006/relationships/slideLayout" Target="../slideLayouts/slideLayout70.xml"/><Relationship Id="rId6" Type="http://schemas.openxmlformats.org/officeDocument/2006/relationships/slideLayout" Target="../slideLayouts/slideLayout71.xml"/><Relationship Id="rId7" Type="http://schemas.openxmlformats.org/officeDocument/2006/relationships/slideLayout" Target="../slideLayouts/slideLayout72.xml"/><Relationship Id="rId8" Type="http://schemas.openxmlformats.org/officeDocument/2006/relationships/slideLayout" Target="../slideLayouts/slideLayout73.xml"/><Relationship Id="rId9" Type="http://schemas.openxmlformats.org/officeDocument/2006/relationships/slideLayout" Target="../slideLayouts/slideLayout74.xml"/><Relationship Id="rId10" Type="http://schemas.openxmlformats.org/officeDocument/2006/relationships/slideLayout" Target="../slideLayouts/slideLayout75.xml"/><Relationship Id="rId11" Type="http://schemas.openxmlformats.org/officeDocument/2006/relationships/slideLayout" Target="../slideLayouts/slideLayout76.xml"/><Relationship Id="rId12" Type="http://schemas.openxmlformats.org/officeDocument/2006/relationships/slideLayout" Target="../slideLayouts/slideLayout77.xml"/><Relationship Id="rId13" Type="http://schemas.openxmlformats.org/officeDocument/2006/relationships/slideLayout" Target="../slideLayouts/slideLayout78.xml"/><Relationship Id="rId14" Type="http://schemas.openxmlformats.org/officeDocument/2006/relationships/slideLayout" Target="../slideLayouts/slideLayout79.xml"/><Relationship Id="rId15" Type="http://schemas.openxmlformats.org/officeDocument/2006/relationships/slideLayout" Target="../slideLayouts/slideLayout80.xml"/><Relationship Id="rId16" Type="http://schemas.openxmlformats.org/officeDocument/2006/relationships/slideLayout" Target="../slideLayouts/slideLayout81.xml"/><Relationship Id="rId17" Type="http://schemas.openxmlformats.org/officeDocument/2006/relationships/slideLayout" Target="../slideLayouts/slideLayout82.xml"/><Relationship Id="rId18" Type="http://schemas.openxmlformats.org/officeDocument/2006/relationships/slideLayout" Target="../slideLayouts/slideLayout83.xml"/><Relationship Id="rId19" Type="http://schemas.openxmlformats.org/officeDocument/2006/relationships/slideLayout" Target="../slideLayouts/slideLayout84.xml"/><Relationship Id="rId20" Type="http://schemas.openxmlformats.org/officeDocument/2006/relationships/slideLayout" Target="../slideLayouts/slideLayout85.xml"/><Relationship Id="rId21" Type="http://schemas.openxmlformats.org/officeDocument/2006/relationships/slideLayout" Target="../slideLayouts/slideLayout86.xml"/><Relationship Id="rId22" Type="http://schemas.openxmlformats.org/officeDocument/2006/relationships/slideLayout" Target="../slideLayouts/slideLayout87.xml"/><Relationship Id="rId23" Type="http://schemas.openxmlformats.org/officeDocument/2006/relationships/slideLayout" Target="../slideLayouts/slideLayout88.xml"/><Relationship Id="rId24" Type="http://schemas.openxmlformats.org/officeDocument/2006/relationships/slideLayout" Target="../slideLayouts/slideLayout89.xml"/><Relationship Id="rId25" Type="http://schemas.openxmlformats.org/officeDocument/2006/relationships/slideLayout" Target="../slideLayouts/slideLayout90.xml"/><Relationship Id="rId26" Type="http://schemas.openxmlformats.org/officeDocument/2006/relationships/slideLayout" Target="../slideLayouts/slideLayout91.xml"/><Relationship Id="rId27" Type="http://schemas.openxmlformats.org/officeDocument/2006/relationships/slideLayout" Target="../slideLayouts/slideLayout92.xml"/><Relationship Id="rId28" Type="http://schemas.openxmlformats.org/officeDocument/2006/relationships/slideLayout" Target="../slideLayouts/slideLayout93.xml"/><Relationship Id="rId29" Type="http://schemas.openxmlformats.org/officeDocument/2006/relationships/slideLayout" Target="../slideLayouts/slideLayout94.xml"/><Relationship Id="rId30" Type="http://schemas.openxmlformats.org/officeDocument/2006/relationships/slideLayout" Target="../slideLayouts/slideLayout95.xml"/><Relationship Id="rId31" Type="http://schemas.openxmlformats.org/officeDocument/2006/relationships/slideLayout" Target="../slideLayouts/slideLayout96.xml"/><Relationship Id="rId32" Type="http://schemas.openxmlformats.org/officeDocument/2006/relationships/slideLayout" Target="../slideLayouts/slideLayout97.xml"/><Relationship Id="rId33" Type="http://schemas.openxmlformats.org/officeDocument/2006/relationships/slideLayout" Target="../slideLayouts/slideLayout98.xml"/><Relationship Id="rId34" Type="http://schemas.openxmlformats.org/officeDocument/2006/relationships/slideLayout" Target="../slideLayouts/slideLayout99.xml"/><Relationship Id="rId35" Type="http://schemas.openxmlformats.org/officeDocument/2006/relationships/slideLayout" Target="../slideLayouts/slideLayout100.xml"/><Relationship Id="rId36" Type="http://schemas.openxmlformats.org/officeDocument/2006/relationships/slideLayout" Target="../slideLayouts/slideLayout101.xml"/><Relationship Id="rId37" Type="http://schemas.openxmlformats.org/officeDocument/2006/relationships/slideLayout" Target="../slideLayouts/slideLayout102.xml"/><Relationship Id="rId38" Type="http://schemas.openxmlformats.org/officeDocument/2006/relationships/slideLayout" Target="../slideLayouts/slideLayout103.xml"/><Relationship Id="rId39" Type="http://schemas.openxmlformats.org/officeDocument/2006/relationships/slideLayout" Target="../slideLayouts/slideLayout104.xml"/><Relationship Id="rId40" Type="http://schemas.openxmlformats.org/officeDocument/2006/relationships/slideLayout" Target="../slideLayouts/slideLayout105.xml"/><Relationship Id="rId41" Type="http://schemas.openxmlformats.org/officeDocument/2006/relationships/slideLayout" Target="../slideLayouts/slideLayout106.xml"/><Relationship Id="rId42" Type="http://schemas.openxmlformats.org/officeDocument/2006/relationships/slideLayout" Target="../slideLayouts/slideLayout107.xml"/><Relationship Id="rId43" Type="http://schemas.openxmlformats.org/officeDocument/2006/relationships/slideLayout" Target="../slideLayouts/slideLayout108.xml"/><Relationship Id="rId44" Type="http://schemas.openxmlformats.org/officeDocument/2006/relationships/slideLayout" Target="../slideLayouts/slideLayout109.xml"/><Relationship Id="rId45" Type="http://schemas.openxmlformats.org/officeDocument/2006/relationships/slideLayout" Target="../slideLayouts/slideLayout110.xml"/><Relationship Id="rId46" Type="http://schemas.openxmlformats.org/officeDocument/2006/relationships/slideLayout" Target="../slideLayouts/slideLayout111.xml"/><Relationship Id="rId47" Type="http://schemas.openxmlformats.org/officeDocument/2006/relationships/slideLayout" Target="../slideLayouts/slideLayout112.xml"/><Relationship Id="rId48" Type="http://schemas.openxmlformats.org/officeDocument/2006/relationships/slideLayout" Target="../slideLayouts/slideLayout113.xml"/><Relationship Id="rId49" Type="http://schemas.openxmlformats.org/officeDocument/2006/relationships/slideLayout" Target="../slideLayouts/slideLayout114.xml"/><Relationship Id="rId50" Type="http://schemas.openxmlformats.org/officeDocument/2006/relationships/slideLayout" Target="../slideLayouts/slideLayout115.xml"/><Relationship Id="rId51" Type="http://schemas.openxmlformats.org/officeDocument/2006/relationships/slideLayout" Target="../slideLayouts/slideLayout116.xml"/><Relationship Id="rId52" Type="http://schemas.openxmlformats.org/officeDocument/2006/relationships/slideLayout" Target="../slideLayouts/slideLayout117.xml"/><Relationship Id="rId53" Type="http://schemas.openxmlformats.org/officeDocument/2006/relationships/slideLayout" Target="../slideLayouts/slideLayout118.xml"/><Relationship Id="rId54" Type="http://schemas.openxmlformats.org/officeDocument/2006/relationships/slideLayout" Target="../slideLayouts/slideLayout119.xml"/><Relationship Id="rId55" Type="http://schemas.openxmlformats.org/officeDocument/2006/relationships/theme" Target="../theme/theme3.xml"/><Relationship Id="rId56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0">
            <a:alphaModFix/>
          </a:blip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9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●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 Light"/>
              <a:buChar char="○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Archivo Light"/>
              <a:buChar char="■"/>
              <a:defRPr sz="1200">
                <a:solidFill>
                  <a:schemeClr val="dk1"/>
                </a:solidFill>
                <a:latin typeface="Archivo Light"/>
                <a:ea typeface="Archivo Light"/>
                <a:cs typeface="Archivo Light"/>
                <a:sym typeface="Archivo Light"/>
              </a:defRPr>
            </a:lvl9pPr>
          </a:lstStyle>
          <a:p>
            <a:endParaRPr/>
          </a:p>
        </p:txBody>
      </p:sp>
      <p:sp>
        <p:nvSpPr>
          <p:cNvPr id="103" name="Google Shape;103;p19"/>
          <p:cNvSpPr txBox="1">
            <a:spLocks noGrp="1"/>
          </p:cNvSpPr>
          <p:nvPr>
            <p:ph type="title"/>
          </p:nvPr>
        </p:nvSpPr>
        <p:spPr>
          <a:xfrm>
            <a:off x="361975" y="545850"/>
            <a:ext cx="5391300" cy="81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chivo"/>
              <a:buNone/>
              <a:defRPr sz="30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Archivo"/>
              <a:buNone/>
              <a:defRPr sz="1400"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  <p:sp>
        <p:nvSpPr>
          <p:cNvPr id="104" name="Google Shape;104;p19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●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○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chivo"/>
              <a:buChar char="■"/>
              <a:defRPr sz="12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76" r:id="rId12"/>
    <p:sldLayoutId id="2147483677" r:id="rId13"/>
    <p:sldLayoutId id="2147483678" r:id="rId14"/>
    <p:sldLayoutId id="2147483679" r:id="rId15"/>
    <p:sldLayoutId id="2147483680" r:id="rId16"/>
    <p:sldLayoutId id="2147483681" r:id="rId17"/>
    <p:sldLayoutId id="2147483682" r:id="rId18"/>
    <p:sldLayoutId id="2147483683" r:id="rId19"/>
    <p:sldLayoutId id="2147483684" r:id="rId20"/>
    <p:sldLayoutId id="2147483685" r:id="rId21"/>
    <p:sldLayoutId id="2147483686" r:id="rId22"/>
    <p:sldLayoutId id="2147483687" r:id="rId23"/>
    <p:sldLayoutId id="2147483688" r:id="rId24"/>
    <p:sldLayoutId id="2147483689" r:id="rId25"/>
    <p:sldLayoutId id="2147483690" r:id="rId26"/>
    <p:sldLayoutId id="2147483691" r:id="rId27"/>
    <p:sldLayoutId id="2147483692" r:id="rId28"/>
    <p:sldLayoutId id="2147483693" r:id="rId29"/>
    <p:sldLayoutId id="2147483694" r:id="rId30"/>
    <p:sldLayoutId id="2147483695" r:id="rId31"/>
    <p:sldLayoutId id="2147483696" r:id="rId32"/>
    <p:sldLayoutId id="2147483697" r:id="rId33"/>
    <p:sldLayoutId id="2147483698" r:id="rId34"/>
    <p:sldLayoutId id="2147483699" r:id="rId35"/>
    <p:sldLayoutId id="2147483700" r:id="rId36"/>
    <p:sldLayoutId id="2147483701" r:id="rId37"/>
    <p:sldLayoutId id="2147483702" r:id="rId38"/>
    <p:sldLayoutId id="2147483703" r:id="rId39"/>
    <p:sldLayoutId id="2147483704" r:id="rId40"/>
    <p:sldLayoutId id="2147483705" r:id="rId41"/>
    <p:sldLayoutId id="2147483706" r:id="rId42"/>
    <p:sldLayoutId id="2147483707" r:id="rId43"/>
    <p:sldLayoutId id="2147483708" r:id="rId44"/>
    <p:sldLayoutId id="2147483709" r:id="rId45"/>
    <p:sldLayoutId id="2147483710" r:id="rId46"/>
    <p:sldLayoutId id="2147483711" r:id="rId47"/>
    <p:sldLayoutId id="2147483712" r:id="rId4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6">
            <a:alphaModFix/>
          </a:blip>
          <a:stretch>
            <a:fillRect/>
          </a:stretch>
        </a:blipFill>
        <a:effectLst/>
      </p:bgPr>
    </p:bg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68"/>
          <p:cNvSpPr txBox="1">
            <a:spLocks noGrp="1"/>
          </p:cNvSpPr>
          <p:nvPr>
            <p:ph type="body" idx="1"/>
          </p:nvPr>
        </p:nvSpPr>
        <p:spPr>
          <a:xfrm>
            <a:off x="361972" y="2004050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sp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7" name="Google Shape;547;p68"/>
          <p:cNvSpPr txBox="1">
            <a:spLocks noGrp="1"/>
          </p:cNvSpPr>
          <p:nvPr>
            <p:ph type="title"/>
          </p:nvPr>
        </p:nvSpPr>
        <p:spPr>
          <a:xfrm>
            <a:off x="361969" y="465625"/>
            <a:ext cx="6413400" cy="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olos Text"/>
              <a:buNone/>
              <a:defRPr sz="30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Golos Text"/>
              <a:buNone/>
              <a:defRPr sz="1400"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  <p:sp>
        <p:nvSpPr>
          <p:cNvPr id="548" name="Google Shape;548;p68"/>
          <p:cNvSpPr txBox="1">
            <a:spLocks noGrp="1"/>
          </p:cNvSpPr>
          <p:nvPr>
            <p:ph type="body" idx="2"/>
          </p:nvPr>
        </p:nvSpPr>
        <p:spPr>
          <a:xfrm>
            <a:off x="4376625" y="2215425"/>
            <a:ext cx="4361100" cy="24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●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○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Golos Text"/>
              <a:buChar char="■"/>
              <a:defRPr sz="1200">
                <a:solidFill>
                  <a:schemeClr val="dk1"/>
                </a:solidFill>
                <a:latin typeface="Golos Text"/>
                <a:ea typeface="Golos Text"/>
                <a:cs typeface="Golos Text"/>
                <a:sym typeface="Golos Tex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  <p:sldLayoutId id="2147483726" r:id="rId14"/>
    <p:sldLayoutId id="2147483727" r:id="rId15"/>
    <p:sldLayoutId id="2147483728" r:id="rId16"/>
    <p:sldLayoutId id="2147483729" r:id="rId17"/>
    <p:sldLayoutId id="2147483730" r:id="rId18"/>
    <p:sldLayoutId id="2147483731" r:id="rId19"/>
    <p:sldLayoutId id="2147483732" r:id="rId20"/>
    <p:sldLayoutId id="2147483733" r:id="rId21"/>
    <p:sldLayoutId id="2147483734" r:id="rId22"/>
    <p:sldLayoutId id="2147483735" r:id="rId23"/>
    <p:sldLayoutId id="2147483736" r:id="rId24"/>
    <p:sldLayoutId id="2147483737" r:id="rId25"/>
    <p:sldLayoutId id="2147483738" r:id="rId26"/>
    <p:sldLayoutId id="2147483739" r:id="rId27"/>
    <p:sldLayoutId id="2147483740" r:id="rId28"/>
    <p:sldLayoutId id="2147483741" r:id="rId29"/>
    <p:sldLayoutId id="2147483742" r:id="rId30"/>
    <p:sldLayoutId id="2147483743" r:id="rId31"/>
    <p:sldLayoutId id="2147483744" r:id="rId32"/>
    <p:sldLayoutId id="2147483745" r:id="rId33"/>
    <p:sldLayoutId id="2147483746" r:id="rId34"/>
    <p:sldLayoutId id="2147483747" r:id="rId35"/>
    <p:sldLayoutId id="2147483748" r:id="rId36"/>
    <p:sldLayoutId id="2147483749" r:id="rId37"/>
    <p:sldLayoutId id="2147483750" r:id="rId38"/>
    <p:sldLayoutId id="2147483751" r:id="rId39"/>
    <p:sldLayoutId id="2147483752" r:id="rId40"/>
    <p:sldLayoutId id="2147483753" r:id="rId41"/>
    <p:sldLayoutId id="2147483754" r:id="rId42"/>
    <p:sldLayoutId id="2147483755" r:id="rId43"/>
    <p:sldLayoutId id="2147483756" r:id="rId44"/>
    <p:sldLayoutId id="2147483757" r:id="rId45"/>
    <p:sldLayoutId id="2147483758" r:id="rId46"/>
    <p:sldLayoutId id="2147483759" r:id="rId47"/>
    <p:sldLayoutId id="2147483760" r:id="rId48"/>
    <p:sldLayoutId id="2147483761" r:id="rId49"/>
    <p:sldLayoutId id="2147483762" r:id="rId50"/>
    <p:sldLayoutId id="2147483763" r:id="rId51"/>
    <p:sldLayoutId id="2147483764" r:id="rId52"/>
    <p:sldLayoutId id="2147483765" r:id="rId53"/>
    <p:sldLayoutId id="2147483766" r:id="rId5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35">
          <p15:clr>
            <a:srgbClr val="E46962"/>
          </p15:clr>
        </p15:guide>
        <p15:guide id="5" pos="2921">
          <p15:clr>
            <a:srgbClr val="E46962"/>
          </p15:clr>
        </p15:guide>
        <p15:guide id="6" pos="1489">
          <p15:clr>
            <a:srgbClr val="E46962"/>
          </p15:clr>
        </p15:guide>
        <p15:guide id="7" pos="1575">
          <p15:clr>
            <a:srgbClr val="E46962"/>
          </p15:clr>
        </p15:guide>
        <p15:guide id="8" pos="4182">
          <p15:clr>
            <a:srgbClr val="E46962"/>
          </p15:clr>
        </p15:guide>
        <p15:guide id="9" pos="4268">
          <p15:clr>
            <a:srgbClr val="E46962"/>
          </p15:clr>
        </p15:guide>
        <p15:guide id="10" orient="horz" pos="2867">
          <p15:clr>
            <a:srgbClr val="E46962"/>
          </p15:clr>
        </p15:guide>
        <p15:guide id="11" orient="horz" pos="1135">
          <p15:clr>
            <a:srgbClr val="E46962"/>
          </p15:clr>
        </p15:guide>
        <p15:guide id="12" orient="horz" pos="1194">
          <p15:clr>
            <a:srgbClr val="E46962"/>
          </p15:clr>
        </p15:guide>
        <p15:guide id="13" orient="horz" pos="2043">
          <p15:clr>
            <a:srgbClr val="E46962"/>
          </p15:clr>
        </p15:guide>
        <p15:guide id="14" orient="horz" pos="2103">
          <p15:clr>
            <a:srgbClr val="E46962"/>
          </p15:clr>
        </p15:guide>
        <p15:guide id="15" pos="228">
          <p15:clr>
            <a:srgbClr val="E46962"/>
          </p15:clr>
        </p15:guide>
        <p15:guide id="16" orient="horz" pos="672">
          <p15:clr>
            <a:srgbClr val="E46962"/>
          </p15:clr>
        </p15:guide>
        <p15:guide id="17" orient="horz" pos="504">
          <p15:clr>
            <a:srgbClr val="E46962"/>
          </p15:clr>
        </p15:guide>
        <p15:guide id="18" orient="horz" pos="293">
          <p15:clr>
            <a:srgbClr val="E46962"/>
          </p15:clr>
        </p15:guide>
        <p15:guide id="19" orient="horz" pos="600">
          <p15:clr>
            <a:srgbClr val="E46962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365760"/>
            <a:ext cx="923544" cy="3346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65760" y="26974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B8B8C8"/>
                </a:solidFill>
                <a:latin typeface="Golos Text"/>
              </a:rPr>
              <a:t>Спикер: Михаил Костицын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3035808"/>
            <a:ext cx="84124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FFFFFF"/>
                </a:solidFill>
                <a:latin typeface="Golos Text"/>
              </a:rPr>
              <a:t>Использование инструментов</a:t>
            </a:r>
          </a:p>
          <a:p>
            <a:pPr algn="l">
              <a:lnSpc>
                <a:spcPct val="100000"/>
              </a:lnSpc>
            </a:pPr>
            <a:r>
              <a:rPr sz="3600" b="0" i="0">
                <a:solidFill>
                  <a:srgbClr val="FFFFFF"/>
                </a:solidFill>
                <a:latin typeface="Golos Text"/>
              </a:rPr>
              <a:t>рефакторинга IDE в ИИ-агентах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О себе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8229600" cy="2011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417320"/>
            <a:ext cx="777240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•  Ведущий разработчик Veai – ИИ-агента для разработчиков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•  Семь лет в разработке, значительная часть – статический анализ программ и формальная верификация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FFFFFF"/>
                </a:solidFill>
                <a:latin typeface="Golos Text"/>
              </a:rPr>
              <a:t>•  С 2023 года – разработка ИИ-агентов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Введение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Ключевые термины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71600"/>
            <a:ext cx="26517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1463040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C9B8FF"/>
                </a:solidFill>
                <a:latin typeface="Golos Text"/>
              </a:rPr>
              <a:t>КОНТЕКСТ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1">
                <a:solidFill>
                  <a:srgbClr val="B8B8C8"/>
                </a:solidFill>
                <a:latin typeface="Golos Text"/>
              </a:rPr>
              <a:t>что модель видит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2377440" cy="2103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системный промпт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история чата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прочитанные файлы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результаты вызовов инструментов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2331720"/>
            <a:ext cx="2286000" cy="1097280"/>
          </a:xfrm>
          <a:prstGeom prst="roundRect">
            <a:avLst>
              <a:gd name="adj" fmla="val 8000"/>
            </a:avLst>
          </a:prstGeom>
          <a:solidFill>
            <a:srgbClr val="1A1233"/>
          </a:solidFill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474720" y="2423160"/>
            <a:ext cx="219456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МОДЕЛЬ</a:t>
            </a:r>
          </a:p>
          <a:p>
            <a:pPr algn="ctr"/>
            <a:r>
              <a:rPr sz="1050" b="1" i="0">
                <a:solidFill>
                  <a:srgbClr val="B8B8C8"/>
                </a:solidFill>
                <a:latin typeface="Golos Text"/>
              </a:rPr>
              <a:t>генерирует сообщение
или вызов инструмента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27248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5742432" y="2816352"/>
            <a:ext cx="27432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44184" y="1371600"/>
            <a:ext cx="2651760" cy="3017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90488" y="1463040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C9B8FF"/>
                </a:solidFill>
                <a:latin typeface="Golos Text"/>
              </a:rPr>
              <a:t>ИНСТРУМЕНТЫ (TOOLS)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1783080"/>
            <a:ext cx="23774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1">
                <a:solidFill>
                  <a:srgbClr val="B8B8C8"/>
                </a:solidFill>
                <a:latin typeface="Golos Text"/>
              </a:rPr>
              <a:t>что модель может вызвать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0488" y="2194560"/>
            <a:ext cx="2377440" cy="2103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чтение файла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поиск по тексту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правка файла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запуск тестов</a:t>
            </a:r>
          </a:p>
        </p:txBody>
      </p:sp>
      <p:sp>
        <p:nvSpPr>
          <p:cNvPr id="17" name="Left Arrow 16"/>
          <p:cNvSpPr/>
          <p:nvPr/>
        </p:nvSpPr>
        <p:spPr>
          <a:xfrm>
            <a:off x="3127248" y="4023360"/>
            <a:ext cx="2889504" cy="146304"/>
          </a:xfrm>
          <a:prstGeom prst="leftArrow">
            <a:avLst/>
          </a:prstGeom>
          <a:solidFill>
            <a:srgbClr val="C9B8FF"/>
          </a:solidFill>
          <a:ln>
            <a:solidFill>
              <a:srgbClr val="C9B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27248" y="4187952"/>
            <a:ext cx="288950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результат вызова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" y="4526280"/>
            <a:ext cx="8229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ИИ-агент = модель + контекст + инструменты; работает циклом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Идея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Рефакторинг – преобразование с гарантиями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234440"/>
            <a:ext cx="7827264" cy="640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76809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Рефакторинг – изменение структуры кода без изменения поведения программы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03120"/>
            <a:ext cx="3749039" cy="1600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Подзадача 1: найти все места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06040"/>
            <a:ext cx="33832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Нужна полнота. 99 % не годится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5468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C9B8FF"/>
                </a:solidFill>
                <a:latin typeface="Golos Text"/>
              </a:rPr>
              <a:t>200 вызовов × 99 % = 2 пропуска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36592" y="2103120"/>
            <a:ext cx="3749039" cy="1600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946904" y="2194560"/>
            <a:ext cx="33832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Подзадача 2: выполнить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46904" y="2606040"/>
            <a:ext cx="338328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Нужна корректность. Правка не должна менять привязку вызовов, видимость, иерархию переопределений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3931920"/>
            <a:ext cx="6949440" cy="621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88720" y="3977639"/>
            <a:ext cx="6766560" cy="5303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Модель решает «что», детерминированный инструмент – «как»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6035040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olos Text"/>
              </a:rPr>
              <a:t>Подходы к рефакторингу в агенте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703320"/>
            <a:ext cx="60350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B8B8C8"/>
                </a:solidFill>
                <a:latin typeface="Golos Text"/>
              </a:rPr>
              <a:t>Текстовый подход · LSP · движок рефакторинга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822960"/>
            <a:ext cx="2103120" cy="3291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1000" b="0" i="0">
                <a:solidFill>
                  <a:srgbClr val="9066FF"/>
                </a:solidFill>
                <a:latin typeface="Golos Text"/>
              </a:rPr>
              <a:t>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Java/Kotlin-проект: перегрузка, метод с целевым именем, Java-переопределение, вызов из Kotlin через свойство (user.name), строка лога, Spring XML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234440"/>
            <a:ext cx="26517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199632" y="1325880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C9B8FF"/>
                </a:solidFill>
                <a:latin typeface="Golos Text"/>
              </a:rPr>
              <a:t>ДЕЙСТВИЯ АГЕНТА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9632" y="1737360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755648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Получает задачу: переименовать метод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9632" y="2304288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322576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Ищет вхождения имени по тексту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2871216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89504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Читает найденные файлы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3438144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456432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Правит каждое место текстом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2" y="4005072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023359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Отдаёт diff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2606040" cy="24688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22376" y="1399032"/>
            <a:ext cx="5486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9066FF"/>
                </a:solidFill>
                <a:latin typeface="Golos Tex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196596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Пропущено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514600"/>
            <a:ext cx="21031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Вызов из Kotlin через синтаксис свойства (user.name) – подстроки getName нет. Сборка не проходит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64408" y="1325880"/>
            <a:ext cx="2606040" cy="24688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38727" y="1399032"/>
            <a:ext cx="5486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9066FF"/>
                </a:solidFill>
                <a:latin typeface="Golos Tex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7" y="196596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Изменено лишнее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7" y="2514600"/>
            <a:ext cx="21031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Перегрузка getName(Locale) и строка лога – совпадение подстроки. Сборка проходит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325880"/>
            <a:ext cx="2606040" cy="24688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55080" y="1399032"/>
            <a:ext cx="5486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9066FF"/>
                </a:solidFill>
                <a:latin typeface="Golos Tex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Изменено поведение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514600"/>
            <a:ext cx="21031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Вызов привязался к другому методу с тем же именем. Сборка и тесты проходят, поведение другое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4023360"/>
            <a:ext cx="6949440" cy="621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188720" y="4069080"/>
            <a:ext cx="6766560" cy="5303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Проблема не в модели, а в инструментах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8B8C8"/>
                </a:solidFill>
                <a:latin typeface="Golos Text"/>
              </a:rPr>
              <a:t>Агент работает с кодом как с текстом: символов для него не существует. Так устроено большинство агентов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84632" y="201168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Задача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2359152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переименовать метод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929384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48840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185416" y="201168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Поиск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85416" y="2359152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по тексту: grep, ripgrep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630168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49624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886200" y="201168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Чтение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6200" y="2359152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найденных файлов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330952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50408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586984" y="201168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Правка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86984" y="2359152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текстом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031736" y="2331720"/>
            <a:ext cx="182880" cy="109728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51192" y="1965960"/>
            <a:ext cx="1444752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287768" y="2011680"/>
            <a:ext cx="1371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Результат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87768" y="2359152"/>
            <a:ext cx="1371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diff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" y="3108960"/>
            <a:ext cx="8229600" cy="15544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0080" y="3182112"/>
            <a:ext cx="78638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C9B8FF"/>
                </a:solidFill>
                <a:latin typeface="Golos Text"/>
              </a:rPr>
              <a:t>МЕХАНИЗМЫ ПРАВКИ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474720"/>
            <a:ext cx="7863840" cy="1188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•  Скрипт / regex по файлам – заменяет подстроку везде, где нашёл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•  Тул «правка фрагмента» – удалить / добавить / заменить; список мест – из поиска, каждое место – отдельный вызов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•  Перезапись файла целиком – модель генерирует новый файл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Полнота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4023360" cy="24688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4663440" y="1234440"/>
            <a:ext cx="4023360" cy="24688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Golos Text"/>
              </a:rPr>
              <a:t>Плюсы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37160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Golos Text"/>
              </a:rPr>
              <a:t>Где ломается полнота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3657600" cy="1554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•  Не требует настройки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•  Любой язык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•  Работает на некомпилирующемся коде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874519"/>
            <a:ext cx="3657600" cy="1554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•  Имя без символа: одноимённые вхождения в другом классе, в комментариях, в строках – ложные попадания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•  Символ без имени: алиасы импорта, обращение через свойство – пропуски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•  Шум: частотные идентификаторы (run, config, init) дают сотни вхождений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3840480"/>
            <a:ext cx="8229600" cy="8686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" y="3904487"/>
            <a:ext cx="78638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val label = user.name   // вызов getName(), подстроки "getName" нет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315968"/>
            <a:ext cx="7863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Исследование: 71–75 % провалов текстового поиска в агенте – найденное место не выбрано из-за шума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1: текстовый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Корректность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2606040" cy="23774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22376" y="1417319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Скрипт / regex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1965960"/>
            <a:ext cx="210312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Правит строки и комментарии; не проверяет, что заменённое – тот самый символ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64408" y="1280160"/>
            <a:ext cx="2606040" cy="23774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538727" y="1417319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Тул «правка фрагмента»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7" y="1965960"/>
            <a:ext cx="210312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Каждое место – отдельная операция без проверки; ошибка в списке мест – ошибка в правке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280160"/>
            <a:ext cx="2606040" cy="23774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55080" y="1417319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Перезапись файла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965960"/>
            <a:ext cx="210312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Помимо целевой правки может изменить соседний код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3931920"/>
            <a:ext cx="6949440" cy="621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88720" y="3977639"/>
            <a:ext cx="6766560" cy="5303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Каждая правка – независимая текстовая операция без проверки результата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Тот же проект. VS Code + Java-сервер (jdtls). Без агента – переименование вызывается напрямую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234440"/>
            <a:ext cx="26517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199632" y="1325880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C9B8FF"/>
                </a:solidFill>
                <a:latin typeface="Golos Text"/>
              </a:rPr>
              <a:t>ДЕЙСТВИЯ АГЕНТА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9632" y="1737360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755648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F2 на объявлении метода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9632" y="2304288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322576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Редактор отправляет запрос серверу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2871216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89504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Сервер (jdtls) ищет использования по символу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3438144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456432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Сервер возвращает список правок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2" y="4005072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023359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Редактор применяет правки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2606040" cy="24688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22376" y="1399032"/>
            <a:ext cx="5486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9066FF"/>
                </a:solidFill>
                <a:latin typeface="Golos Tex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196596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Пропущено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514600"/>
            <a:ext cx="21031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Вызов из Kotlin через синтаксис свойства, Spring XML – сервер о них не знает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64408" y="1325880"/>
            <a:ext cx="2606040" cy="24688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38727" y="1399032"/>
            <a:ext cx="5486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9066FF"/>
                </a:solidFill>
                <a:latin typeface="Golos Tex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7" y="196596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Изменено лишнее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7" y="2514600"/>
            <a:ext cx="21031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Нет: перегрузка getName(Locale) и строка лога не тронуты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325880"/>
            <a:ext cx="2606040" cy="24688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55080" y="1399032"/>
            <a:ext cx="5486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9066FF"/>
                </a:solidFill>
                <a:latin typeface="Golos Tex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Изменено поведение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514600"/>
            <a:ext cx="21031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Вызов привязался к другому методу – если сервер не сообщил о конфликте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4023360"/>
            <a:ext cx="6949440" cy="621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188720" y="4069080"/>
            <a:ext cx="6766560" cy="5303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Полнота в одном языке есть; за границей языка – нет; конфликты не сообщаются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2: LSP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234440"/>
            <a:ext cx="82296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8B8C8"/>
                </a:solidFill>
                <a:latin typeface="Golos Text"/>
              </a:rPr>
              <a:t>LSP – протокол между редактором и сервером языка: отдельный процесс понимает язык, редактор или агент спрашивает его по стандартному протоколу. Как правило, один сервер – один язык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94944" y="2157984"/>
            <a:ext cx="145389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Редактор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505456"/>
            <a:ext cx="1453896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или агент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304288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52344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788920" y="2157984"/>
            <a:ext cx="145389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Запрос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505456"/>
            <a:ext cx="1453896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«переименуй символ здесь»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398264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73752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910328" y="2157984"/>
            <a:ext cx="145389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Сервер языка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10328" y="2505456"/>
            <a:ext cx="1453896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знает символы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519672" y="249631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958584" y="2103120"/>
            <a:ext cx="1527048" cy="9144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995160" y="2157984"/>
            <a:ext cx="145389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Golos Text"/>
              </a:rPr>
              <a:t>Правка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2505456"/>
            <a:ext cx="1453896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список текстовых изменений; применяет клиент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91840"/>
            <a:ext cx="7827264" cy="1371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4400" y="3364992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Что даёт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749039"/>
            <a:ext cx="731520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•  Переход к определению, поиск использований, переименование по символу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•  Один протокол для всех языков: rust-analyzer, gopls, jdtls, pyright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Пределы: протокол и клиент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188720"/>
            <a:ext cx="4023360" cy="14630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30936" y="1261872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1. Протокол: конфликты не передаются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" y="1627632"/>
            <a:ext cx="36576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Запрос на переименование – документ, позиция, новое имя. Ответ – готовая правка или ошибка строкой. Структурированного статуса конфликта у ответа нет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188720"/>
            <a:ext cx="4023360" cy="14630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846320" y="1261872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2. Протокол: параметров 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627632"/>
            <a:ext cx="36576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Code action – команда без параметров. Спецификация приводит «Add or remove parameter» как пример, но не даёт способа передать, какой параметр и куда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" y="2788920"/>
            <a:ext cx="4023360" cy="14630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0936" y="2862072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3. Клиент: атомарность не гарантируется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" y="3227832"/>
            <a:ext cx="36576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Правка – список текстовых изменений, применяет клиент. Стратегия отката – декларация клиента. VS Code: транзакционно только для текста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788920"/>
            <a:ext cx="4023360" cy="14630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46320" y="2862072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4. Клиент: один сервер на запрос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227832"/>
            <a:ext cx="365760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Клиент берёт ответ первого сервера, остальные не опрашивает. Java-сервер не знает о Kotlin – межъязыковой рефакторинг невозможен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" y="434340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B8B8C8"/>
                </a:solidFill>
                <a:latin typeface="Golos Text"/>
              </a:rPr>
              <a:t>На некомпилирующемся коде сервер вправе отказать. Поведение зависит от реализации сервера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2: LSP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Пример: конфликт найден, но не передан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475488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4389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B8B8C8"/>
                </a:solidFill>
                <a:latin typeface="Golos Text"/>
              </a:rPr>
              <a:t>JAVA, VS CODE: ПЕРЕИМЕНОВАНИЕ j →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438912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void m() {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  int i = 0;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  class B {</a:t>
            </a:r>
          </a:p>
          <a:p>
            <a:pPr algn="l"/>
            <a:r>
              <a:rPr sz="1200" b="0" i="0">
                <a:solidFill>
                  <a:srgbClr val="C9B8FF"/>
                </a:solidFill>
                <a:latin typeface="Menlo"/>
              </a:rPr>
              <a:t>    int j;              // переименуем в i</a:t>
            </a:r>
          </a:p>
          <a:p>
            <a:pPr algn="l"/>
            <a:r>
              <a:rPr sz="1200" b="0" i="0">
                <a:solidFill>
                  <a:srgbClr val="EA9999"/>
                </a:solidFill>
                <a:latin typeface="Menlo"/>
              </a:rPr>
              <a:t>    void k() { j = i; }</a:t>
            </a:r>
          </a:p>
          <a:p>
            <a:pPr algn="l"/>
            <a:r>
              <a:rPr sz="1200" b="0" i="0">
                <a:solidFill>
                  <a:srgbClr val="EA9999"/>
                </a:solidFill>
                <a:latin typeface="Menlo"/>
              </a:rPr>
              <a:t>    // после правки:  i = i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  }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4389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EA9999"/>
                </a:solidFill>
                <a:latin typeface="Golos Text"/>
              </a:rPr>
              <a:t>Сборка и тесты проходят. Поведение изменилось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94960" y="1234440"/>
            <a:ext cx="329184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577840" y="1325880"/>
            <a:ext cx="2926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B8B8C8"/>
                </a:solidFill>
                <a:latin typeface="Golos Text"/>
              </a:rPr>
              <a:t>ЧТО ПРОИЗОШЛО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0" y="1783080"/>
            <a:ext cx="292608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Golos Text"/>
              </a:rPr>
              <a:t>Движок нашёл конфликт.
Протокол его не передал – правка применена без предупреждения.
В Eclipse IDE – диалог с предупреждением. Через LSP – без предупреждения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53949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6C2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5029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F6C26B"/>
                </a:solidFill>
                <a:latin typeface="Golos Text"/>
              </a:rPr>
              <a:t>TODO: видео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Тот же проект, тот же запрос, та же модель. Veai-агент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1234440"/>
            <a:ext cx="2651760" cy="34747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199632" y="1325880"/>
            <a:ext cx="23774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C9B8FF"/>
                </a:solidFill>
                <a:latin typeface="Golos Text"/>
              </a:rPr>
              <a:t>ДЕЙСТВИЯ АГЕНТА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9632" y="1737360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755648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Получает ту же задачу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9632" y="2304288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322576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Находит символ тулом поиска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2871216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889504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Вызывает тул переименования: preview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9632" y="3438144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456432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Получает список мест и конфликт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9632" y="4005072"/>
            <a:ext cx="3200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9066FF"/>
                </a:solidFill>
                <a:latin typeface="Golos Text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023359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Применяет; сообщает о вхождении в строке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3: движок рефакторинга 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325880"/>
            <a:ext cx="2606040" cy="24688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22376" y="1399032"/>
            <a:ext cx="5486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9066FF"/>
                </a:solidFill>
                <a:latin typeface="Golos Tex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196596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Пропущено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514600"/>
            <a:ext cx="21031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Нет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64408" y="1325880"/>
            <a:ext cx="2606040" cy="24688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38727" y="1399032"/>
            <a:ext cx="5486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9066FF"/>
                </a:solidFill>
                <a:latin typeface="Golos Tex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7" y="196596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Изменено лишнее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7" y="2514600"/>
            <a:ext cx="21031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Нет. Строка лога не тронута; агент сообщил о вхождении в строке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325880"/>
            <a:ext cx="2606040" cy="24688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55080" y="1399032"/>
            <a:ext cx="5486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400" b="1" i="0">
                <a:solidFill>
                  <a:srgbClr val="9066FF"/>
                </a:solidFill>
                <a:latin typeface="Golos Tex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2103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Изменено поведение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514600"/>
            <a:ext cx="210312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Нет. Конфликт «будет вызван другой метод» показан до применения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7280" y="4023360"/>
            <a:ext cx="6949440" cy="621792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188720" y="4069080"/>
            <a:ext cx="6766560" cy="53035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Golos Text"/>
              </a:rPr>
              <a:t>Та же модель, тот же запрос, другие тулы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Подходы к рефакторингу в 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Подход 3: движок рефакторинга IDE (IntelliJ)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 i="0">
                <a:solidFill>
                  <a:srgbClr val="B8B8C8"/>
                </a:solidFill>
                <a:latin typeface="Golos Text"/>
              </a:rPr>
              <a:t>Код представлен не текстом, а связанным графом символов: символ – узел, ссылка – ребро к объявлению. «Все использования» – обход ссылок, а не поиск подстроки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828800"/>
            <a:ext cx="4023360" cy="2514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01952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EA9999"/>
                </a:solidFill>
                <a:latin typeface="Golos Text"/>
              </a:rPr>
              <a:t>КАК ВИДИТ ТЕКСТОВЫЙ ПОИСК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36576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nlo"/>
              </a:rPr>
              <a:t>class User {</a:t>
            </a:r>
          </a:p>
          <a:p>
            <a:pPr algn="l"/>
            <a:r>
              <a:rPr sz="1100" b="0" i="0">
                <a:solidFill>
                  <a:srgbClr val="C9B8FF"/>
                </a:solidFill>
                <a:latin typeface="Menlo"/>
              </a:rPr>
              <a:t>  String getName() {...}</a:t>
            </a:r>
          </a:p>
          <a:p>
            <a:pPr algn="l"/>
            <a:r>
              <a:rPr sz="1100" b="0" i="0">
                <a:solidFill>
                  <a:srgbClr val="C9B8FF"/>
                </a:solidFill>
                <a:latin typeface="Menlo"/>
              </a:rPr>
              <a:t>  String getName(Locale l) {...}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Menlo"/>
              </a:rPr>
              <a:t>}</a:t>
            </a:r>
          </a:p>
          <a:p>
            <a:pPr algn="l"/>
            <a:r>
              <a:rPr sz="1100" b="0" i="0">
                <a:solidFill>
                  <a:srgbClr val="C9B8FF"/>
                </a:solidFill>
                <a:latin typeface="Menlo"/>
              </a:rPr>
              <a:t>user.getName();</a:t>
            </a:r>
          </a:p>
          <a:p>
            <a:pPr algn="l"/>
            <a:r>
              <a:rPr sz="1100" b="0" i="0">
                <a:solidFill>
                  <a:srgbClr val="C9B8FF"/>
                </a:solidFill>
                <a:latin typeface="Menlo"/>
              </a:rPr>
              <a:t>log.info("getName called");</a:t>
            </a:r>
          </a:p>
          <a:p>
            <a:pPr algn="l"/>
            <a:r>
              <a:rPr sz="1100" b="0" i="0">
                <a:solidFill>
                  <a:srgbClr val="C9B8FF"/>
                </a:solidFill>
                <a:latin typeface="Menlo"/>
              </a:rPr>
              <a:t>order.getName();</a:t>
            </a:r>
          </a:p>
          <a:p>
            <a:pPr algn="l"/>
            <a:r>
              <a:rPr sz="1100" b="0" i="0">
                <a:solidFill>
                  <a:srgbClr val="B8B8C8"/>
                </a:solidFill>
                <a:latin typeface="Menlo"/>
              </a:rPr>
              <a:t>val label = user.name  // Kotlin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28800"/>
            <a:ext cx="4023360" cy="25146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846320" y="1901952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93C47D"/>
                </a:solidFill>
                <a:latin typeface="Golos Text"/>
              </a:rPr>
              <a:t>КАК ВИДИТ 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194560"/>
            <a:ext cx="36576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93C47D"/>
                </a:solidFill>
                <a:latin typeface="Menlo"/>
              </a:rPr>
              <a:t>User.getName()       объявление</a:t>
            </a:r>
          </a:p>
          <a:p>
            <a:pPr algn="l"/>
            <a:r>
              <a:rPr sz="1100" b="0" i="0">
                <a:solidFill>
                  <a:srgbClr val="B8B8C8"/>
                </a:solidFill>
                <a:latin typeface="Menlo"/>
              </a:rPr>
              <a:t>User.getName(Locale) другой символ</a:t>
            </a:r>
          </a:p>
          <a:p>
            <a:pPr algn="l"/>
            <a:r>
              <a:rPr sz="1100" b="0" i="0">
                <a:solidFill>
                  <a:srgbClr val="93C47D"/>
                </a:solidFill>
                <a:latin typeface="Menlo"/>
              </a:rPr>
              <a:t>user.getName()  ──▶  ссылка</a:t>
            </a:r>
          </a:p>
          <a:p>
            <a:pPr algn="l"/>
            <a:r>
              <a:rPr sz="1100" b="0" i="0">
                <a:solidFill>
                  <a:srgbClr val="B8B8C8"/>
                </a:solidFill>
                <a:latin typeface="Menlo"/>
              </a:rPr>
              <a:t>"getName called"     строка, не ссылка</a:t>
            </a:r>
          </a:p>
          <a:p>
            <a:pPr algn="l"/>
            <a:r>
              <a:rPr sz="1100" b="0" i="0">
                <a:solidFill>
                  <a:srgbClr val="B8B8C8"/>
                </a:solidFill>
                <a:latin typeface="Menlo"/>
              </a:rPr>
              <a:t>order.getName() ──▶  Order.getName()</a:t>
            </a:r>
          </a:p>
          <a:p>
            <a:pPr algn="l"/>
            <a:r>
              <a:rPr sz="1100" b="0" i="0">
                <a:solidFill>
                  <a:srgbClr val="93C47D"/>
                </a:solidFill>
                <a:latin typeface="Menlo"/>
              </a:rPr>
              <a:t>user.name       ──▶  ссылка (Kotlin)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" y="438912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C9B8FF"/>
                </a:solidFill>
                <a:latin typeface="Golos Text"/>
              </a:rPr>
              <a:t>PSI (Program Structure Interface) – модель кода: дерево + ссылки между узлами. IDE держит её в памяти и синхронизирует с редактором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Плюсы и минусы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34440"/>
            <a:ext cx="402336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93C47D"/>
                </a:solidFill>
                <a:latin typeface="Golos Text"/>
              </a:rPr>
              <a:t>ПЛЮСЫ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Полнота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Находит все ссылки, включая другие языки и конфигурацию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Конфликты до правки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Проверяет, что правка не изменит поведение; список конфликтов до применения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2900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Golos Text"/>
              </a:rPr>
              <a:t>Атомарность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49039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Либо всё, либо ничего. Один откат на всю операцию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234440"/>
            <a:ext cx="4023360" cy="34290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846320" y="132588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EA9999"/>
                </a:solidFill>
                <a:latin typeface="Golos Text"/>
              </a:rPr>
              <a:t>МИНУСЫ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645920"/>
            <a:ext cx="3657600" cy="2926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Нужна запущенная IDE с индексами и кэшами</a:t>
            </a: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Индексация занимает время; в этот период рефакторинг недоступен</a:t>
            </a: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Применение правки – под блокировкой на запись</a:t>
            </a: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Worktree, CI, удалённые машины – стандартного способа нет</a:t>
            </a: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Runtime-рефлексия, связи через SQL, шаблоны, HTTP – вне модели кода</a:t>
            </a: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Архитектурные изменения – не рефакторинг в смысле движка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" y="470916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0" i="0">
                <a:solidFill>
                  <a:srgbClr val="F6C26B"/>
                </a:solidFill>
                <a:latin typeface="Golos Text"/>
              </a:rPr>
              <a:t>TODO: worktree и CI – уточнить формулировки по практике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Полнота: откуда движок знает все места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2011680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19568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Golos Text"/>
              </a:rPr>
              <a:t>getName()</a:t>
            </a:r>
          </a:p>
          <a:p>
            <a:pPr algn="ctr"/>
            <a:r>
              <a:rPr sz="950" b="1" i="0">
                <a:solidFill>
                  <a:srgbClr val="B8B8C8"/>
                </a:solidFill>
                <a:latin typeface="Golos Text"/>
              </a:rPr>
              <a:t>объявление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371600"/>
            <a:ext cx="201168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19272" y="1426464"/>
            <a:ext cx="19568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Golos Text"/>
              </a:rPr>
              <a:t>вызов в Java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88920" y="153619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91840" y="1920240"/>
            <a:ext cx="201168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319272" y="1975104"/>
            <a:ext cx="19568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Golos Text"/>
              </a:rPr>
              <a:t>вызов из Kotlin: user.name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788920" y="208483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91840" y="2468880"/>
            <a:ext cx="2011680" cy="4572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319272" y="2523744"/>
            <a:ext cx="19568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Golos Text"/>
              </a:rPr>
              <a:t>имя свойства в Spring XML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788920" y="2633472"/>
            <a:ext cx="457200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606040"/>
            <a:ext cx="20116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ссылка: источник → цель;
обратный поиск – все источники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0" y="1280160"/>
            <a:ext cx="301752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852160" y="1344168"/>
            <a:ext cx="2743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93C47D"/>
                </a:solidFill>
                <a:latin typeface="Golos Text"/>
              </a:rPr>
              <a:t>ИСТОЧНИКИ ССЫЛОК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1645920"/>
            <a:ext cx="2743200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•  Ссылка – слой поверх дерева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•  Плагины добавляют ссылки в другие языки и конфигурацию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•  Индексы: где какое имя встречается, кто кого наследует</a:t>
            </a:r>
          </a:p>
          <a:p>
            <a:pPr>
              <a:spcAft>
                <a:spcPts val="300"/>
              </a:spcAft>
            </a:pPr>
            <a:r>
              <a:rPr sz="1100" b="0" i="0">
                <a:solidFill>
                  <a:srgbClr val="FFFFFF"/>
                </a:solidFill>
                <a:latin typeface="Golos Text"/>
              </a:rPr>
              <a:t>•  Индексы и модель – в памяти IDE и кэшах на диске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20040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B8B8C8"/>
                </a:solidFill>
                <a:latin typeface="Golos Text"/>
              </a:rPr>
              <a:t>На некомпилирующемся коде – частично: неразрешённые ссылки помечаются отдельно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703320"/>
            <a:ext cx="8028431" cy="960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EA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68680" y="3767328"/>
            <a:ext cx="7680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EA9999"/>
                </a:solidFill>
                <a:latin typeface="Golos Text"/>
              </a:rPr>
              <a:t>ОГРАНИЧЕНИЕ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023360"/>
            <a:ext cx="76809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Menlo"/>
              </a:rPr>
              <a:t>Class.forName("com.foo.Bar")   – ссылка есть, переименуется</a:t>
            </a:r>
          </a:p>
          <a:p>
            <a:pPr algn="l"/>
            <a:r>
              <a:rPr sz="1150" b="0" i="0">
                <a:solidFill>
                  <a:srgbClr val="FFFFFF"/>
                </a:solidFill>
                <a:latin typeface="Menlo"/>
              </a:rPr>
              <a:t>Class.forName(prefix + name)   – runtime-рефлексия, не анализируется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Корректность: откуда движок знает, что не сломает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188720"/>
            <a:ext cx="7827264" cy="548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31520" y="1216152"/>
            <a:ext cx="768096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Golos Text"/>
              </a:rPr>
              <a:t>Проверки «имя занято» недостаточно – движок проверяет правку до применения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94944" y="1956816"/>
            <a:ext cx="145389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Копия вызова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286000"/>
            <a:ext cx="1453896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оригинал не трогаем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304288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52344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788920" y="1956816"/>
            <a:ext cx="145389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Новое имя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286000"/>
            <a:ext cx="1453896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на копии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398264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873752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910328" y="1956816"/>
            <a:ext cx="145389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Разрешение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2286000"/>
            <a:ext cx="1453896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заново: какой метод?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519672" y="2221992"/>
            <a:ext cx="292608" cy="128016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958584" y="1920240"/>
            <a:ext cx="1527048" cy="7315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995160" y="1956816"/>
            <a:ext cx="145389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Golos Text"/>
              </a:rPr>
              <a:t>Другой метод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2286000"/>
            <a:ext cx="1453896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050" b="0" i="0">
                <a:solidFill>
                  <a:srgbClr val="B8B8C8"/>
                </a:solidFill>
                <a:latin typeface="Golos Text"/>
              </a:rPr>
              <a:t>→ конфликт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834640"/>
            <a:ext cx="3383280" cy="1783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22960" y="2880360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B8B8C8"/>
                </a:solidFill>
                <a:latin typeface="Golos Text"/>
              </a:rPr>
              <a:t>ДО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1546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account.getName(locale)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3611880"/>
            <a:ext cx="3108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93C47D"/>
                </a:solidFill>
                <a:latin typeface="Golos Text"/>
              </a:rPr>
              <a:t>привязан к getName(Object) – его переименуем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02352" y="2834640"/>
            <a:ext cx="3383280" cy="17830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266944" y="2880360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B8B8C8"/>
                </a:solidFill>
                <a:latin typeface="Golos Text"/>
              </a:rPr>
              <a:t>ПОСЛЕ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66944" y="31546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enlo"/>
              </a:rPr>
              <a:t>account.getDisplayName(locale)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66944" y="3611880"/>
            <a:ext cx="3108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EA9999"/>
                </a:solidFill>
                <a:latin typeface="Golos Text"/>
              </a:rPr>
              <a:t>привязался бы к существующему getDisplayName(Locale) – другой метод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4297680" y="3639312"/>
            <a:ext cx="548640" cy="146304"/>
          </a:xfrm>
          <a:prstGeom prst="rightArrow">
            <a:avLst/>
          </a:prstGeom>
          <a:solidFill>
            <a:srgbClr val="9066FF"/>
          </a:solidFill>
          <a:ln w="952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4617720"/>
            <a:ext cx="7827264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1" i="0">
                <a:solidFill>
                  <a:srgbClr val="C9B8FF"/>
                </a:solidFill>
                <a:latin typeface="Golos Text"/>
              </a:rPr>
              <a:t>Конфликт: «После переименования будет вызван другой метод»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Подход 3: движок 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Атомарность: почему не бывает «наполовину»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402336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Одна 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36576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Поиск использований, проверка конфликтов и правка – одна команда движка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9748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1">
                <a:solidFill>
                  <a:srgbClr val="C9B8FF"/>
                </a:solidFill>
                <a:latin typeface="Golos Text"/>
              </a:rPr>
              <a:t>Как транзакция в БД: либо все правки, либо ни одной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280160"/>
            <a:ext cx="4023360" cy="210312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846320" y="137160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Один откат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783080"/>
            <a:ext cx="36576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Глобальный откат на всю операцию, а не по файлу. Одно действие отмены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69748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1">
                <a:solidFill>
                  <a:srgbClr val="C9B8FF"/>
                </a:solidFill>
                <a:latin typeface="Golos Text"/>
              </a:rPr>
              <a:t>Не бывает «переименовано в семи файлах из девяти»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" y="3611880"/>
            <a:ext cx="8229600" cy="105156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0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0080" y="3675887"/>
            <a:ext cx="78638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C9B8FF"/>
                </a:solidFill>
                <a:latin typeface="Golos Text"/>
              </a:rPr>
              <a:t>ПРОВЕРКА АКТУАЛЬНОСТИ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950208"/>
            <a:ext cx="78638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Golos Text"/>
              </a:rPr>
              <a:t>Код изменился между поиском и применением → рефакторинг не применяется; требуется повторный поиск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Сравнение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Полнота и корректность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371600"/>
            <a:ext cx="1920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C9B8FF"/>
                </a:solidFill>
                <a:latin typeface="Golos Text"/>
              </a:rPr>
              <a:t>Текст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371600"/>
            <a:ext cx="1920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C9B8FF"/>
                </a:solidFill>
                <a:latin typeface="Golos Text"/>
              </a:rPr>
              <a:t>LSP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1371600"/>
            <a:ext cx="19202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400" b="1" i="0">
                <a:solidFill>
                  <a:srgbClr val="C9B8FF"/>
                </a:solidFill>
                <a:latin typeface="Golos Text"/>
              </a:rPr>
              <a:t>Движок IDE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828800"/>
            <a:ext cx="8229600" cy="0"/>
          </a:xfrm>
          <a:prstGeom prst="line">
            <a:avLst/>
          </a:prstGeom>
          <a:ln w="15240">
            <a:solidFill>
              <a:srgbClr val="906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1920240"/>
            <a:ext cx="2468880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Golos Text"/>
              </a:rPr>
              <a:t>Полнота
находит все места?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01168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000" b="0" i="0">
                <a:solidFill>
                  <a:srgbClr val="EA9999"/>
                </a:solidFill>
                <a:latin typeface="Golos Text"/>
              </a:rPr>
              <a:t>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560320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имя ≠ символ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01168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000" b="0" i="0">
                <a:solidFill>
                  <a:srgbClr val="F6C26B"/>
                </a:solidFill>
                <a:latin typeface="Golos Text"/>
              </a:rPr>
              <a:t>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560320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один язык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01168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000" b="0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560320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все языки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3154680"/>
            <a:ext cx="8229600" cy="0"/>
          </a:xfrm>
          <a:prstGeom prst="line">
            <a:avLst/>
          </a:prstGeom>
          <a:ln w="6350">
            <a:solidFill>
              <a:srgbClr val="B8B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3154680"/>
            <a:ext cx="2468880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Golos Text"/>
              </a:rPr>
              <a:t>Корректность
сохраняет поведение?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24612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000" b="0" i="0">
                <a:solidFill>
                  <a:srgbClr val="EA9999"/>
                </a:solidFill>
                <a:latin typeface="Golos Text"/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794760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без проверки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324612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000" b="0" i="0">
                <a:solidFill>
                  <a:srgbClr val="F6C26B"/>
                </a:solidFill>
                <a:latin typeface="Golos Text"/>
              </a:rPr>
              <a:t>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3794760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проверяет, не сообщает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3246120"/>
            <a:ext cx="19202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3000" b="0" i="0">
                <a:solidFill>
                  <a:srgbClr val="93C47D"/>
                </a:solidFill>
                <a:latin typeface="Golos Text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794760"/>
            <a:ext cx="1920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50" b="0" i="0">
                <a:solidFill>
                  <a:srgbClr val="B8B8C8"/>
                </a:solidFill>
                <a:latin typeface="Golos Text"/>
              </a:rPr>
              <a:t>конфликты до правки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Готовые решения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MCP для рефакторинга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" y="1188720"/>
            <a:ext cx="8229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MCP (Model Context Protocol) – протокол общения LLM с инструментами. MCP-сервер – сервер, отвечающий на запросы LLM по MCP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" y="1828800"/>
            <a:ext cx="4023360" cy="2834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C9B8FF"/>
                </a:solidFill>
                <a:latin typeface="Golos Text"/>
              </a:rPr>
              <a:t>ВСТРОЕННЫЙ MCP-СЕРВЕР INTELLIJ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365760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Встроен и включён по умолчанию с версии 2025.2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Из рефакторингов – один тул: rename_refactoring</a:t>
            </a:r>
          </a:p>
          <a:p>
            <a:pPr>
              <a:spcAft>
                <a:spcPts val="400"/>
              </a:spcAft>
            </a:pPr>
            <a:r>
              <a:rPr sz="1000" b="0" i="0">
                <a:solidFill>
                  <a:srgbClr val="B8B8C8"/>
                </a:solidFill>
                <a:latin typeface="Golos Text"/>
              </a:rPr>
              <a:t>      –  Параметры: путь в проекте, имя символа, новое имя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Extract Method, Change Signature, Inline – отсутствуют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28800"/>
            <a:ext cx="4023360" cy="283464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846320" y="192024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50" b="1" i="0">
                <a:solidFill>
                  <a:srgbClr val="C9B8FF"/>
                </a:solidFill>
                <a:latin typeface="Golos Text"/>
              </a:rPr>
              <a:t>VEAI 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240280"/>
            <a:ext cx="365760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Golos Text"/>
              </a:rPr>
              <a:t>•  Тулы рефакторинга IntelliJ, доступные агенту по MCP</a:t>
            </a:r>
          </a:p>
          <a:p>
            <a:pPr>
              <a:spcAft>
                <a:spcPts val="400"/>
              </a:spcAft>
            </a:pPr>
            <a:r>
              <a:rPr sz="1150" b="0" i="0">
                <a:solidFill>
                  <a:srgbClr val="F6C26B"/>
                </a:solidFill>
                <a:latin typeface="Golos Text"/>
              </a:rPr>
              <a:t>•  TODO: список тулов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Советы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Советы пользователям агентов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554480"/>
            <a:ext cx="4023360" cy="18288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Рефакторинг – отдельным коммитом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36576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Golos Text"/>
              </a:rPr>
              <a:t>Отдельно от изменения поведения. Ревью читаемо, откат возможен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554480"/>
            <a:ext cx="4023360" cy="182880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93C4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846320" y="169164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olos Text"/>
              </a:rPr>
              <a:t>Регрессионные тесты как фиксация поведения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2331720"/>
            <a:ext cx="36576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Golos Text"/>
              </a:rPr>
              <a:t>Тесты фиксируют поведение до рефакторинга; прогон после подтверждает, что поведение не изменилось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Главные мысли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8046720" cy="338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Рефакторинг – преобразование с гарантиями: полнота при поиске мест, корректность при выполнении</a:t>
            </a:r>
          </a:p>
          <a:p>
            <a:pPr>
              <a:spcAft>
                <a:spcPts val="9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Проблема не в модели, а в инструментах: сильная LLM с текстовыми правками ошибается там, где слабая с движком – нет</a:t>
            </a:r>
          </a:p>
          <a:p>
            <a:pPr>
              <a:spcAft>
                <a:spcPts val="9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Гарантии даёт только модель кода: текст не знает символов, LSP знает их в одном языке и не передаёт конфликты, движок IDE знает всё и проверяет правку до применения</a:t>
            </a:r>
          </a:p>
          <a:p>
            <a:pPr>
              <a:spcAft>
                <a:spcPts val="900"/>
              </a:spcAft>
            </a:pPr>
            <a:r>
              <a:rPr sz="1350" b="0" i="0">
                <a:solidFill>
                  <a:srgbClr val="FFFFFF"/>
                </a:solidFill>
                <a:latin typeface="Golos Text"/>
              </a:rPr>
              <a:t>•  Модель решает «что», детерминированный инструмент – «как». Работа компилятора – не задача LLM</a:t>
            </a:r>
          </a:p>
          <a:p>
            <a:pPr>
              <a:spcAft>
                <a:spcPts val="900"/>
              </a:spcAft>
            </a:pPr>
            <a:r>
              <a:rPr sz="1350" b="0" i="0">
                <a:solidFill>
                  <a:srgbClr val="C9B8FF"/>
                </a:solidFill>
                <a:latin typeface="Golos Text"/>
              </a:rPr>
              <a:t>•  Движок рефакторинга IDE – готовое «как»: полнота, конфликты до правки, атомарность. Его можно отдать агенту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Рефакторинг в ИИ-агентах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63040"/>
            <a:ext cx="630936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800" b="0" i="0">
                <a:solidFill>
                  <a:srgbClr val="FFFFFF"/>
                </a:solidFill>
                <a:latin typeface="Golos Text"/>
              </a:rPr>
              <a:t>Спасибо</a:t>
            </a:r>
          </a:p>
          <a:p>
            <a:pPr algn="l"/>
            <a:r>
              <a:rPr sz="4800" b="0" i="0">
                <a:solidFill>
                  <a:srgbClr val="FFFFFF"/>
                </a:solidFill>
                <a:latin typeface="Golos Text"/>
              </a:rPr>
              <a:t>за внимание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657600"/>
            <a:ext cx="5486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C9B8FF"/>
                </a:solidFill>
                <a:latin typeface="Golos Text"/>
              </a:rPr>
              <a:t>Вопросы?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7448" y="4014215"/>
            <a:ext cx="4041648" cy="7498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Попробовать агента: veai.ru</a:t>
            </a:r>
          </a:p>
          <a:p>
            <a:pPr algn="l"/>
            <a:r>
              <a:rPr sz="1300" b="1" i="0">
                <a:solidFill>
                  <a:srgbClr val="FFFFFF"/>
                </a:solidFill>
                <a:latin typeface="Golos Text"/>
              </a:rPr>
              <a:t>Telegram-канал: @veai_devs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4334256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B8B8C8"/>
                </a:solidFill>
                <a:latin typeface="Golos Text"/>
              </a:rPr>
              <a:t>Дополнительно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219456"/>
            <a:ext cx="548640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B8B8C8"/>
                </a:solidFill>
                <a:latin typeface="Golos Text"/>
              </a:rPr>
              <a:t>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412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Golos Text"/>
              </a:rPr>
              <a:t>Как отдать движок агенту: четыре принципа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8056" y="1280160"/>
            <a:ext cx="19659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85216" y="1371600"/>
            <a:ext cx="1691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Адресация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1874519"/>
            <a:ext cx="169164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Не оффсеты и строки, а сигнатура и стабильный идентификатор символа. Отдельный тул поиска возвращает кандидатов с контекстом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42032" y="1280160"/>
            <a:ext cx="19659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79191" y="1371600"/>
            <a:ext cx="1691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Гранулярность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79191" y="1874519"/>
            <a:ext cx="169164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Набор тулов по видам рефакторинга с параметрами. Описание тула – промпт: когда применять, что ожидать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36008" y="1280160"/>
            <a:ext cx="19659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773168" y="1371600"/>
            <a:ext cx="1691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preview → apply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73168" y="1874519"/>
            <a:ext cx="169164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Сначала «что произойдёт» структурой: места, конфликты. Потом применение. Три состояния: применено / конфликт / устарело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29984" y="1280160"/>
            <a:ext cx="1965960" cy="3383280"/>
          </a:xfrm>
          <a:prstGeom prst="roundRect">
            <a:avLst>
              <a:gd name="adj" fmla="val 8000"/>
            </a:avLst>
          </a:prstGeom>
          <a:noFill/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67144" y="1371600"/>
            <a:ext cx="1691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Golos Text"/>
              </a:rPr>
              <a:t>Ошибки как промпт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67144" y="1874519"/>
            <a:ext cx="169164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Golos Text"/>
              </a:rPr>
              <a:t>Текст ошибки читает модель: что не так, где, из-за чего. «Refactoring failed» не даёт следующего шага; «символ неоднозначен, кандидаты: …» – даёт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Business Plan Presentation">
  <a:themeElements>
    <a:clrScheme name="Simple Light">
      <a:dk1>
        <a:srgbClr val="FFFFFF"/>
      </a:dk1>
      <a:lt1>
        <a:srgbClr val="2C2C2E"/>
      </a:lt1>
      <a:dk2>
        <a:srgbClr val="B5B5B7"/>
      </a:dk2>
      <a:lt2>
        <a:srgbClr val="D6DEE6"/>
      </a:lt2>
      <a:accent1>
        <a:srgbClr val="0141FA"/>
      </a:accent1>
      <a:accent2>
        <a:srgbClr val="0B67FF"/>
      </a:accent2>
      <a:accent3>
        <a:srgbClr val="3E319E"/>
      </a:accent3>
      <a:accent4>
        <a:srgbClr val="5920CA"/>
      </a:accent4>
      <a:accent5>
        <a:srgbClr val="9900FF"/>
      </a:accent5>
      <a:accent6>
        <a:srgbClr val="3C4043"/>
      </a:accent6>
      <a:hlink>
        <a:srgbClr val="B5B5B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1145</TotalTime>
  <Words>1924</Words>
  <Application>Microsoft Macintosh PowerPoint</Application>
  <PresentationFormat>Экран (16:9)</PresentationFormat>
  <Paragraphs>381</Paragraphs>
  <Slides>30</Slides>
  <Notes>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30</vt:i4>
      </vt:variant>
    </vt:vector>
  </HeadingPairs>
  <TitlesOfParts>
    <vt:vector size="41" baseType="lpstr">
      <vt:lpstr>Arial</vt:lpstr>
      <vt:lpstr>Golos Text Medium</vt:lpstr>
      <vt:lpstr>Calibri</vt:lpstr>
      <vt:lpstr>Archivo SemiBold</vt:lpstr>
      <vt:lpstr>Golos Text SemiBold</vt:lpstr>
      <vt:lpstr>Golos Text</vt:lpstr>
      <vt:lpstr>Archivo Light</vt:lpstr>
      <vt:lpstr>Archivo</vt:lpstr>
      <vt:lpstr>Simple Light</vt:lpstr>
      <vt:lpstr>Business Plan Presentation</vt:lpstr>
      <vt:lpstr>Business Plan Presentation</vt:lpstr>
      <vt:lpstr>Вебинар скоро начнется</vt:lpstr>
      <vt:lpstr>Работа с ИИ инструментами на уровне пользователя</vt:lpstr>
      <vt:lpstr>04</vt:lpstr>
      <vt:lpstr>Напоминание: ключевые термины</vt:lpstr>
      <vt:lpstr>Методология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Подходы</vt:lpstr>
      <vt:lpstr>Specification-Driven Development (SDD)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Обратная связь (feedback loops)</vt:lpstr>
      <vt:lpstr>Обратная связь (feedback loops)</vt:lpstr>
      <vt:lpstr>Презентация PowerPoint</vt:lpstr>
      <vt:lpstr>Параллельная работа и субагенты</vt:lpstr>
      <vt:lpstr>Субагенты (subagents)</vt:lpstr>
      <vt:lpstr>Презентация PowerPoint</vt:lpstr>
      <vt:lpstr>Параллельная работа: git worktrees</vt:lpstr>
      <vt:lpstr>Личная настройка</vt:lpstr>
      <vt:lpstr>Презентация PowerPoint</vt:lpstr>
      <vt:lpstr>Презентация PowerPoint</vt:lpstr>
      <vt:lpstr>Презентация PowerPoint</vt:lpstr>
      <vt:lpstr>Презентация PowerPoint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Microsoft Office User</cp:lastModifiedBy>
  <cp:revision>11</cp:revision>
  <dcterms:modified xsi:type="dcterms:W3CDTF">2026-07-15T17:14:21Z</dcterms:modified>
</cp:coreProperties>
</file>