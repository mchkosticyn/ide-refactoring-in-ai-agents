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молчаливый,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молча применить.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 В нашем прогоне Kotlin LSP отказал строкой – это поведение сервера, не протокола.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Реальный PR,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IDE: IntelliJ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221992"/>
            <a:ext cx="2651760" cy="24871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4304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552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Операций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64k out · 3,7M cache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64k · 3,7M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EA9999"/>
                </a:solidFill>
                <a:latin typeface="Menlo"/>
              </a:rPr>
              <a:t>  lint("fun f() { $code }")  – не найден (вызов без точки)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93392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798064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602736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Модели и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LSP включён, рефакторинг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не знает, что уже изменилось; когда индекс актуален – неизвестно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Перенос, смена сигнатуры, удаление – в протоколе нет; передать им параметры нечем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Сервер не знает, что уже изменилось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Правки агента сервер видит только после уведомления клиента; когда индекс актуален – неизвестно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Ошибка строкой, молча или пометка на правке. «Продолжить всё равно» нет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рефакторинг включён, LSP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719072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0740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Движок: конфликт «функция lint уже объявлена» – до применения. Текст: 2 из 78 молча. LSP: как повезёт с сервером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молча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