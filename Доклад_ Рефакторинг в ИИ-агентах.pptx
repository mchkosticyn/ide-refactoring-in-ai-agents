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молчаливый,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молча применить. Но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 В нашем прогоне Kotlin LSP отказал строкой – это поведение сервера, не протокола.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B8B8C8"/>
                </a:solidFill>
                <a:latin typeface="Golos Text"/>
              </a:rPr>
              <a:t>Реальный PR,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IDE: IntelliJ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221992"/>
            <a:ext cx="2651760" cy="24871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4304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552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Операций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Токены: 64k out · 3,7M cache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64k · 3,7M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EA9999"/>
                </a:solidFill>
                <a:latin typeface="Menlo"/>
              </a:rPr>
              <a:t>  lint("fun f() { $code }")  – вызов без точки, не найден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то»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93392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798064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документация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«leaves Glob and Grep out of the default tool set, and Claude searches with find and grep through the Bash tool instead»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602736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OpenCode – инструмент Edit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Модели и инструменты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46304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Veai, LSP включён, рефакторинг выключен · Модель: 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Одна операция – rename; параметров нет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Модель у сервера, файлы у клиента; сигнала «индекс готов» нет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Одна операция – rename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Move, Change Signature, Inline – только названия в меню. Параметров у операций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Модель и файлы – в разных процессах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Сервер держит модель, клиент – файлы. Сигнала «индекс готов» нет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Ошибка строкой, молча или пометка на правке. «Продолжить всё равно» нет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Veai, рефакторинг включён, LSP выключен · Модель: 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719072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40740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Движок: конфликт «функция lint уже объявлена» – до применения. Текст: 2 из 78 молча. LSP: как повезёт с сервером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12140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12140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551176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молча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551176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980944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980944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980944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410712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410712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840479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3 операции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840479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27024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27024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TODO: список инструментов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Смотрите на цену, а не только на зелёные тесты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Ходы, время, токены. Агент с любыми инструментами дойдёт до зелёного – вопрос, за сколько и что останется незамеченным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проверяемость обязательна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Тесты, линтеры, компиляция – особенно при текстовых правках, где агент ошибается молча. В кейсе сборка была зелёной – поймал бы только CI-job с флагом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инструмент поиска возвращает кандидатов с контекстом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инструментов по видам рефакторинга с параметрами. Описание инструмента – промпт: когда применять, что ожидать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Предпросмотр → применение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Текст ошибки – для модели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