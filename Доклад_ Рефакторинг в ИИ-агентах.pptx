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Только три термина. LSP, PSI, MCP – по ходу. После демо – возврат: агент искал текстом и правил текстом, это были его инструменты.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Рамка – первое из трёх повторений (6, 18). Не обсуждаем: RAG, «зачем агент, если есть Shift+F6» – Q&amp;A.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См. demo-spec.md и «TODO внутреннее.md».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Возврат к терминам: агент искал текстом и правил текстом. Третья карточка – сборка и тесты проходят, поведение изменилось.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Что из себя представляет подход. Три механизма правки названы здесь; на слайде «Корректность» – только где ломаются.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Top-down: здесь коротко, далее два слайда – полнота и корректность.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Где ломается полнота: пропуски (символ без имени) и ложные попадания (имя без символа). Цифра – GrepRAG, arXiv 2601.23254, сверить.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Где ломается корректность: правка не знает, что меняет; не проверяет привязку вызова; N мест – N независимых операций, состояние «7 из 9» возможно.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демо 1: меньше лишнего, но пропуски там же, где нет символа для этого сервера.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Первый подход, где есть понятие символа. Деталь схемы для атомарности: сервер возвращает текстовые правки, применяет клиент.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Top-down: минусы – далее по карточке на каждый, затем пример.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Поиск у LSP – по символам, применение – текстовое, клиентом: по подзадаче 1 ближе к движку, по подзадаче 2 – к тексту. В заметках для Q&amp;A: issue открыт с 2016, цитаты автора протокола, багрепорты 2024, «первый ответивший побеждает» в коде VS Code. См. notes-lsp-vs-psi.md, раздел 1.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(для Q&amp;A): движок Eclipse вычислил конфликты с уровнями; LSP-обработчик прерывается только на «фатально»; функция сборки правки принимает только набор изменений – статус передать некуда. Устно: LSP не заменяет движок, а ограничивает доступ к нему.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«ноль пропусков», а «ноль незамеченных пропусков»: про строку лога агент сообщил.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Что из себя представляет подход. Вводим PSI. Рассматриваем только IntelliJ.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Минусы – список фактов, без «но зато».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быстрый; цена – п. 11. Граница – сказать самому.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Ловушка 2 из demo-spec.md: текст применил молча, LSP применил молча, движок остановился. Существующий метод более специфичен, чем переименуемый – поэтому вызов пересаживается. Механизм – RenameJavaMethodProcessor, advancedResolve.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п. 4: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Устно: у текста ниша – некомпилирующийся код и нулевая цена входа. Ячейка LSP/корректность: проверка есть, но результат не проходит через протокол – см. j → i.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Встроенный сервер: адресация «путь + имя» на перегрузках неоднозначна – одна фраза. Вывод следует из сравнения карточек.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 тезису – одна фраза. Пятый – последним, доклад закрывается на решении.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Backup-слайд для Q&amp;A. Решение о включении в основной поток – после разговора с организаторами. См. «TODO внутреннее.md».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777240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Ведущий разработчик Veai – ИИ-агента для разработчиков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Семь лет в разработке, значительная часть – статический анализ программ и формальная верификация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С 2023 года – разработка ИИ-агентов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Ключевые термины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237744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системный промпт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история чата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прочитанные файлы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результаты вызовов инструментов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74720" y="242316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1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0488" y="146304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178308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2194560"/>
            <a:ext cx="237744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чтение файла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поиск по тексту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правка файла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запуск тестов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инструменты; работает циклом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Идея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749039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383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Нужна полнота. 99 % не годится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C9B8FF"/>
                </a:solidFill>
                <a:latin typeface="Golos Text"/>
              </a:rPr>
              <a:t>200 вызовов × 99 % = 2 пропуска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36592" y="2103120"/>
            <a:ext cx="3749039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21945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выполнить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6904" y="2606040"/>
            <a:ext cx="33832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Нужна корректность. Правка не должна менять привязку вызовов, видимость, иерархию переопределений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93192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" y="3977639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olos Text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066FF"/>
                </a:solidFill>
                <a:latin typeface="Golos Text"/>
              </a:rPr>
              <a:t>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194560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7860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78608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62656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656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46703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346703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3075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B8B8C8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8795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8795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B8B8C8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Java/Kotlin-проект: перегрузка, метод с целевым именем, Java-переопределение, вызов из Kotlin через свойство (user.name), строка лога, Spring XML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задачу: переименовать метод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Ищет вхождения имени по тексту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Читает найденные файлы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Правит каждое место текстом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Отдаёт diff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417320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Вызов из Kotlin через синтаксис свойства (user.name) – подстроки getName нет. Сборка не проходит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2313432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2404872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359152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04872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Перегрузка getName(Locale) и строка лога – совпадение подстроки. Сборка проходит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" y="3300984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392424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346704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92424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Вызов привязался к другому методу с тем же именем. Сборка и тесты проходят, поведение другое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38912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Проблема не в модели, а в инструментах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существует. Так устроено большинство 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переименовать метод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85416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416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86200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86984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6984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87768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3182112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474720"/>
            <a:ext cx="786384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Скрипт / regex по файлам – заменяет подстроку везде, где нашёл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Тул «правка фрагмента» – удалить / добавить / заменить; список мест – из поиска, каждое место – отдельный вызов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087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36576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Не требует настройки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Любой язык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Работает на некомпилирующемся коде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Есть в любом агенте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057400"/>
            <a:ext cx="36576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Полнота: имя ≠ символ – ложные попадания и пропуски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Полнота: шум от частотных идентификаторов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Корректность: правка не проверяет, что меняет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Корректность: N мест – N независимых операций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822960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7863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•  Имя без символа: одноимённые вхождения в другом классе, в комментариях, в строках – ложные попадания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•  Символ без имени: алиасы импорта, обращение через свойство – пропуски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•  Шум: частотные идентификаторы (run, config, init) дают сотни вхождений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3840480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3904487"/>
            <a:ext cx="7863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val label = user.name   // вызов getName(), подстроки "getName"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7863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Исследование: 71–75 % провалов текстового поиска в агенте – найденное место не выбрано из-за шума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Скрипт / regex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Правит строки и комментарии; не проверяет, что заменённое – тот самый символ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38727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Тул «правка фрагмента»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7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Каждое место – отдельная операция без проверки; ошибка в списке мест – ошибка в правке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5080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Перезапись файла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Помимо целевой правки может изменить соседний код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93192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" y="3977639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Каждая правка – независимая текстовая операция без проверки результата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Тот же проект. VS Code + Java-сервер (jdtls). Без агента – переименование вызывается напрямую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F2 на объявлении метода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Редактор отправляет запрос серверу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Сервер (jdtls) ищет использования по символу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Сервер возвращает список правок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Редактор применяет правки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417320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Вызов из Kotlin через синтаксис свойства, Spring XML – сервер о них не знает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2313432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2404872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359152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04872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Нет: перегрузка getName(Locale) и строка лога не тронуты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" y="3300984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392424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346704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92424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Вызов привязался к другому методу – сервер не сообщил о конфликте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38912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Полнота в одном языке есть; за границей языка – нет; конфликты не сообщаются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– протокол между редактором и сервером языка: отдельный процесс понимает язык, редактор или агент спрашивает его по стандартному протоколу. Как правило, один сервер – один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94944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Редактор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или агент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88920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10328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знает символы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995160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36499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749039"/>
            <a:ext cx="73152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Переход к определению, поиск использований, переименование по символу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Один протокол для всех языков: rust-analyzer, gopls, jdtls, pyright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087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36576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Поиск по символу, а не по подстроке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Один протокол для всех языков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Есть в любом редакторе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Не требует 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057400"/>
            <a:ext cx="36576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Конфликты не передаются через протокол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Параметров у рефакторинга нет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Атомарность не гарантируется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Межъязыковой рефакторинг невозможен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Пределы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0936" y="12618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1. Протокол: конфликты не передаются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16276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Запрос на переименование – документ, позиция, новое имя. Ответ – готовая правка или ошибка строкой. Структурированного статуса конфликта у ответа нет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46320" y="12618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2. Протокол: параметров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Code action – команда без параметров. Спецификация приводит «Add or remove parameter» как пример, но не даёт способа передать, какой параметр и куда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27889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" y="28620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3. Клиент: атомарность не гарантируется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32278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Правка – список текстовых изменений, применяет клиент. Стратегия отката – декларация клиента. VS Code: транзакционно только для текста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28620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4. Клиент: один сервер на запрос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2278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Клиент берёт ответ первого сервера, остальные не опрашивает. Java-сервер не знает о Kotlin – межъязыковой рефакторинг невозможен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434340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На некомпилирующемся коде сервер вправе отказать. Поведение зависит от реализации сервера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Пример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75488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JAVA, VS CODE: ПЕРЕИМЕНОВАНИЕ j →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3891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void m() {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int i = 0;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class B {</a:t>
            </a:r>
          </a:p>
          <a:p>
            <a:pPr algn="l"/>
            <a:r>
              <a:rPr sz="1200" b="0" i="0">
                <a:solidFill>
                  <a:srgbClr val="C9B8FF"/>
                </a:solidFill>
                <a:latin typeface="Menlo"/>
              </a:rPr>
              <a:t>    int j;              // переименуем в i</a:t>
            </a:r>
          </a:p>
          <a:p>
            <a:pPr algn="l"/>
            <a:r>
              <a:rPr sz="1200" b="0" i="0">
                <a:solidFill>
                  <a:srgbClr val="EA9999"/>
                </a:solidFill>
                <a:latin typeface="Menlo"/>
              </a:rPr>
              <a:t>    void k() { j = i; }</a:t>
            </a:r>
          </a:p>
          <a:p>
            <a:pPr algn="l"/>
            <a:r>
              <a:rPr sz="1200" b="0" i="0">
                <a:solidFill>
                  <a:srgbClr val="EA9999"/>
                </a:solidFill>
                <a:latin typeface="Menlo"/>
              </a:rPr>
              <a:t>    // после правки:  i = i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4389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EA9999"/>
                </a:solidFill>
                <a:latin typeface="Golos Text"/>
              </a:rPr>
              <a:t>Сборка и тесты проходят. Поведение изменилось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234440"/>
            <a:ext cx="329184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577840" y="132588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ЧТО ПРОИЗОШЛО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783080"/>
            <a:ext cx="2926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olos Text"/>
              </a:rPr>
              <a:t>Движок нашёл конфликт.
Протокол его не передал – правка применена без предупреждения.
В Eclipse IDE – диалог с предупреждением. Через LSP – без предупреждения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Тот же проект, тот же запрос, та же модель. Veai-агент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ту же задачу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Находит символ тулом поиска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Вызывает тул переименования: preview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список мест и конфликт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Применяет; сообщает о вхождении в строке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417320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2313432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2404872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359152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04872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Нет. Строка лога не тронута; агент сообщил о вхождении в строке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" y="3300984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392424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346704"/>
            <a:ext cx="5486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92424"/>
            <a:ext cx="5120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Нет. Конфликт «будет вызван другой метод» показан до применения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38912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Та же модель, тот же запрос, другие тулы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Код представлен не текстом, а связанным графом символов: символ – узел, ссылка – ребро к объявлению. «Все использования» – обход ссылок, а не поиск подстроки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514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01952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КАК ВИДИТ ТЕКСТОВЫЙ ПОИСК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36576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nlo"/>
              </a:rPr>
              <a:t>class User {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  String getName() {...}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  String getName(Locale l) {...}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user.getName();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log.info("getName called");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order.getName();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val label = user.name  // Kotlin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4023360" cy="2514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901952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94560"/>
            <a:ext cx="36576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User.getName()       объявление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User.getName(Locale) другой символ</a:t>
            </a:r>
          </a:p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user.getName()  ──▶  ссылка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"getName called"     строка, не ссылка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order.getName() ──▶  Order.getName()</a:t>
            </a:r>
          </a:p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user.name       ──▶  ссылка (Kotlin)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38912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93C47D"/>
                </a:solidFill>
                <a:latin typeface="Golos Text"/>
              </a:rPr>
              <a:t>ПЛЮСЫ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Проверяет, что правка не изменит поведение; список конфликтов до применения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9039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МИНУСЫ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645920"/>
            <a:ext cx="365760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Нужна запущенная IDE с индексами и кэшами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Индексация занимает время; в этот период рефакторинг недоступен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Применение правки – под блокировкой на запись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Worktree, CI, удалённые машины – стандартного способа нет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Runtime-рефлексия, связи через SQL, шаблоны, HTTP – вне модели кода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Архитектурные изменения – не рефакторинг в смысле движка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47091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 i="0">
                <a:solidFill>
                  <a:srgbClr val="F6C26B"/>
                </a:solidFill>
                <a:latin typeface="Golos Text"/>
              </a:rPr>
              <a:t>TODO: worktree и CI – уточнить формулировки по практике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9568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getName()</a:t>
            </a:r>
          </a:p>
          <a:p>
            <a:pPr algn="ctr"/>
            <a:r>
              <a:rPr sz="950" b="1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19272" y="142646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вызов в Java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92024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319272" y="197510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вызов из Kotlin: user.name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246888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19272" y="252374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имя свойства в Spring XML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280160"/>
            <a:ext cx="301752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852160" y="134416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645920"/>
            <a:ext cx="274320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Ссылка – слой поверх дерева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Плагины добавляют ссылки в другие языки и конфигурацию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Индексы: где какое имя встречается, кто кого наследует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Индексы и модель – в памяти IDE и кэшах на диске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20040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3767328"/>
            <a:ext cx="7680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023360"/>
            <a:ext cx="76809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216152"/>
            <a:ext cx="7680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88920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10328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95160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288036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1546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account.getName(locale)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61188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93C47D"/>
                </a:solidFill>
                <a:latin typeface="Golos Text"/>
              </a:rPr>
              <a:t>привязан к getName(Object) – его переименуем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02352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266944" y="288036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ПОСЛЕ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31546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account.getDisplayName(locale)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61188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EA9999"/>
                </a:solidFill>
                <a:latin typeface="Golos Text"/>
              </a:rPr>
              <a:t>привязался бы к существующему getDisplayName(Locale) – другой метод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297680" y="3639312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617720"/>
            <a:ext cx="782726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Конфликт: «После переименования будет вызван другой метод»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1">
                <a:solidFill>
                  <a:srgbClr val="C9B8FF"/>
                </a:solidFill>
                <a:latin typeface="Golos Text"/>
              </a:rPr>
              <a:t>Как транзакция в БД: либо все правки, либо ни одной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8308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9748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1">
                <a:solidFill>
                  <a:srgbClr val="C9B8FF"/>
                </a:solidFill>
                <a:latin typeface="Golos Text"/>
              </a:rPr>
              <a:t>Не бывает «переименовано в семи файлах из девяти»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675887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50208"/>
            <a:ext cx="78638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olos Text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194560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7860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78608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62656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656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46703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066FF"/>
                </a:solidFill>
                <a:latin typeface="Golos Text"/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346703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Сравнение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3075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B8B8C8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8795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8795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B8B8C8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 и корректность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828800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920240"/>
            <a:ext cx="24688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Полнота
находит все места?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имя ≠ символ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F6C26B"/>
                </a:solidFill>
                <a:latin typeface="Golos Text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один язык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все языки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154680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154680"/>
            <a:ext cx="24688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
сохраняет поведение?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без проверки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F6C26B"/>
                </a:solidFill>
                <a:latin typeface="Golos Text"/>
              </a:rPr>
              <a:t>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проверяет, не сообщает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конфликты до правки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olos Text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194560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7860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78608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62656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656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46703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346703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Сравнение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066FF"/>
                </a:solidFill>
                <a:latin typeface="Golos Text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3075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8795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B8B8C8"/>
                </a:solidFill>
                <a:latin typeface="Golos Text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8795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B8B8C8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657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Встроен и включён по умолчанию с версии 2025.2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Из рефакторингов – один тул: rename_refactoring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B8B8C8"/>
                </a:solidFill>
                <a:latin typeface="Golos Text"/>
              </a:rPr>
              <a:t>      –  Параметры: путь в проекте, имя символа, новое имя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Extract Method, Change Signature, Inline – отсутствуют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92024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3657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Тулы рефакторинга IntelliJ, доступные агенту по MCP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6C26B"/>
                </a:solidFill>
                <a:latin typeface="Golos Text"/>
              </a:rPr>
              <a:t>•  TODO: список тулов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olos Text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194560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7860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78608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62656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656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46703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346703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olos Text"/>
              </a:rPr>
              <a:t>Сравнение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3075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8795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9066FF"/>
                </a:solidFill>
                <a:latin typeface="Golos Text"/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8795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46320" y="16916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Регрессионные тесты как фиксация поведения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33172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Тесты фиксируют поведение до рефакторинга; прогон после подтверждает, что поведение не изменилось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Рефакторинг – преобразование с гарантиями: полнота при поиске мест, корректность при выполнении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Проблема не в модели, а в инструментах: сильная LLM с текстовыми правками ошибается там, где слабая с движком – нет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Гарантии даёт только модель кода: текст не знает символов, LSP знает их в одном языке и не передаёт конфликты, движок IDE знает всё и проверяет правку до применения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Модель решает «что», детерминированный инструмент – «как». Работа компилятора – не задача LLM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C9B8FF"/>
                </a:solidFill>
                <a:latin typeface="Golos Text"/>
              </a:rPr>
              <a:t>•  Движок рефакторинга IDE – готовое «как»: полнота, конфликты до правки, атомарность. Его можно отдать агенту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Как отдать движок агенту: четыре принципа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85216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Адресация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 оффсеты и строки, а сигнатура и стабильный идентификатор символа. Отдельный тул поиска возвращает кандидатов с контекстом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42032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79191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Гранулярность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9191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Набор тулов по видам рефакторинга с параметрами. Описание тула – промпт: когда применять, что ожидать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73168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preview → apply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Сначала «что произойдёт» структурой: места, конфликты. Потом применение. Три состояния: применено / конфликт / устарело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9984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67144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Ошибки как промпт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7144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Текст ошибки читает модель: что не так, где, из-за чего. «Refactoring failed» не даёт следующего шага; «символ неоднозначен, кандидаты: …» – даёт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