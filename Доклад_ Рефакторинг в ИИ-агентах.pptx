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 Время и стоимость – по ускоренной записи с таймером. Порядок величины подтверждает история PR: оба коммита автора сделаны за 20 минут 3 января 2025 (11:12 и 11:32); при ставке $60/ч это около $30.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Второй такой же – BracesOnWhenStatementsSpec.kt. Для компилятора это тот же вызов Rule.lint, для grep – другая строка. Комментарий строкой выше – тот самый, который замена compileAndLint → lint превратила в «not lint for performance reasons».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Вывод: промах без сигнала, сборка зелёная, 53 хода и $4 – нужен инструмент, который видит символы, а не строки.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 Источники: github.com/openai/codex, codex-rs/core/gpt_5_codex_prompt.md (тот же текст в промптах для gpt-5.2); блок bypass/auto – по issue anthropics/claude-code #88475 (версии 2.1.228+). Документация Claude Code: на macOS и Linux Glob и Grep убраны из набора по умолчанию – поиск через find и grep в Bash. OpenCode: описание инструмента Edit предлагает replaceAll, «if you want to rename a variable».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промпт, а продуктовое решение: Cursor убрал семантический индекс, потому что модели справляются grep'ом. forum.cursor.com/t/…/165899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Переход к LSP: Serena даёт агенту LSP, и её авторы пишут, что модель к ней сама не идёт. Демо LSP – на Claude Code + Serena. oraios.github.io/serena/02-usage/030_clients.html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Оговорки – только здесь: пилот, 2–3 прогона на ячейку, rename через LSP не тестировали. Тезис статьи – «agent capability = model × harness»: модель сама к LSP не идёт, а если заставить без доработки агента – становится хуже.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 Из пилота AgentConnect (август 2026): LSP точнее grep, но полнота у обоих около 0,66 – LSP не гарантия, что найдено всё.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Минусы – 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растёт по ходу доклада: после движка добавится четвёртая колонка.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1555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112264"/>
          </a:xfrm>
          <a:prstGeom prst="roundRect">
            <a:avLst>
              <a:gd name="adj" fmla="val 606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9584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60704"/>
            <a:ext cx="822960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с помощью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81912"/>
            <a:ext cx="822960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 lang="ru-RU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1458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510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 lang="ru-RU">
                <a:solidFill>
                  <a:srgbClr val="C9B8FF"/>
                </a:solidFill>
                <a:latin typeface="Golos Text"/>
              </a:rPr>
              <a:t>Можно ли быстрее?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11666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Вызов без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BracesOnIfStatementsSpec.kt:2213 – один из двух пропущенных вызовов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08760"/>
            <a:ext cx="8229600" cy="2194560"/>
          </a:xfrm>
          <a:prstGeom prst="roundRect">
            <a:avLst>
              <a:gd name="adj" fmla="val 583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private fun BracesOnIfStatements.test(code: String, …) {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    // Note: not compileAndLint for performance reasons, …</a:t>
            </a:r>
          </a:p>
          <a:p>
            <a:pPr algn="l">
              <a:spcAft>
                <a:spcPts val="400"/>
              </a:spcAft>
            </a:pPr>
            <a:r>
              <a:rPr sz="1500" b="1" i="0" lang="ru-RU">
                <a:solidFill>
                  <a:srgbClr val="FFFFFF"/>
                </a:solidFill>
                <a:latin typeface="Menlo"/>
              </a:rPr>
              <a:t>    val findings = lint("fun f() { $code }")</a:t>
            </a:r>
          </a:p>
          <a:p>
            <a:pPr algn="l">
              <a:spcAft>
                <a:spcPts val="400"/>
              </a:spcAft>
            </a:pPr>
            <a:r>
              <a:rPr sz="1500" b="0" i="0" lang="ru-RU">
                <a:solidFill>
                  <a:srgbClr val="B8B8C8"/>
                </a:solidFill>
                <a:latin typeface="Menlo"/>
              </a:rPr>
              <a:t>    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886200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300" b="1" i="0" lang="ru-RU">
                <a:solidFill>
                  <a:srgbClr val="FFFFFF"/>
                </a:solidFill>
                <a:latin typeface="Golos Text"/>
              </a:rPr>
              <a:t>Receiver неявный – точки нет. Агент искал «.lint(» – этого места в выдаче не было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Нулевая цена входа: без индекса и IDE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Имя ≠ символ: одноимённая FormattingRule.lint, комментарий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Символ ≠ имя: вызов без точки, неявный receiver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 lang="ru-RU">
                <a:solidFill>
                  <a:srgbClr val="FFFFFF"/>
                </a:solidFill>
                <a:latin typeface="Golos Text"/>
              </a:rPr>
              <a:t>Правка не проверяет, что меняет; N мест – N операций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8229600" cy="1280160"/>
          </a:xfrm>
          <a:prstGeom prst="roundRect">
            <a:avLst>
              <a:gd name="adj" fmla="val 10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C9B8FF"/>
                </a:solidFill>
                <a:latin typeface="Menlo"/>
              </a:rPr>
              <a:t>grep -rn '\.lint('</a:t>
            </a:r>
          </a:p>
          <a:p>
            <a:pPr algn="l">
              <a:spcAft>
                <a:spcPts val="600"/>
              </a:spcAft>
            </a:pPr>
            <a:r>
              <a:rPr sz="1300" b="0" i="0" lang="ru-RU">
                <a:solidFill>
                  <a:srgbClr val="FFFFFF"/>
                </a:solidFill>
                <a:latin typeface="Menlo"/>
              </a:rPr>
              <a:t>  → 180 строк: Rule.lint, FormattingRule.lint, lint(ktFile) – вперемешку; вызовов без точки нет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834640"/>
            <a:ext cx="4023360" cy="1737360"/>
          </a:xfrm>
          <a:prstGeom prst="roundRect">
            <a:avLst>
              <a:gd name="adj" fmla="val 736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Подстрока ≠ символ: пропуски и ложные попадания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834640"/>
            <a:ext cx="4023360" cy="1737360"/>
          </a:xfrm>
          <a:prstGeom prst="roundRect">
            <a:avLst>
              <a:gd name="adj" fmla="val 736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Правка не знает, что меняет. «Прошло» не значит «заменило правильно»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Codex CLI – системный промпт</a:t>
            </a:r>
          </a:p>
        </p:txBody>
      </p:sp>
      <p:pic>
        <p:nvPicPr>
          <p:cNvPr id="6" name="Picture 5" descr="codex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6949440" cy="1791411"/>
          </a:xfrm>
          <a:prstGeom prst="roundRect">
            <a:avLst>
              <a:gd name="adj" fmla="val 7146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448056" y="32461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Claude Code – системный промпт в режиме bypass / auto, август 2026</a:t>
            </a:r>
          </a:p>
        </p:txBody>
      </p:sp>
      <p:pic>
        <p:nvPicPr>
          <p:cNvPr id="8" name="Picture 7" descr="claude-code-bypass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520440"/>
            <a:ext cx="6949440" cy="1394125"/>
          </a:xfrm>
          <a:prstGeom prst="roundRect">
            <a:avLst>
              <a:gd name="adj" fmla="val 9182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Форум Cursor, июль 2026 – ответы сотрудников Cursor</a:t>
            </a:r>
          </a:p>
        </p:txBody>
      </p:sp>
      <p:pic>
        <p:nvPicPr>
          <p:cNvPr id="6" name="Picture 5" descr="cursor-forum-c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8229600" cy="1878037"/>
          </a:xfrm>
          <a:prstGeom prst="roundRect">
            <a:avLst>
              <a:gd name="adj" fmla="val 6816"/>
            </a:avLst>
          </a:prstGeom>
        </p:spPr>
      </p:pic>
      <p:pic>
        <p:nvPicPr>
          <p:cNvPr id="7" name="Picture 6" descr="cursor-forum-maxim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337560"/>
            <a:ext cx="8229600" cy="1343465"/>
          </a:xfrm>
          <a:prstGeom prst="roundRect">
            <a:avLst>
              <a:gd name="adj" fmla="val 9528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Документация Serena – MCP-сервера с инструментами LSP для агентов, пост опубликован в октября 2026</a:t>
            </a:r>
          </a:p>
        </p:txBody>
      </p:sp>
      <p:pic>
        <p:nvPicPr>
          <p:cNvPr id="6" name="Picture 5" descr="serena-docs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89888"/>
            <a:ext cx="5197375" cy="3429000"/>
          </a:xfrm>
          <a:prstGeom prst="roundRect">
            <a:avLst>
              <a:gd name="adj" fmla="val 3733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5852160" y="1389888"/>
            <a:ext cx="2834640" cy="342900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«Описания встроенных инструментов Claude Code – почти 16k токенов; пользователь их не меняет»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«Почти невозможно убедить Opus 4.7 пользоваться Serena»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Авторы дают отдельный системный промпт против этого смещения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300" b="1" i="0" lang="ru-RU">
                <a:solidFill>
                  <a:srgbClr val="C9B8FF"/>
                </a:solidFill>
                <a:latin typeface="Golos Text"/>
              </a:rPr>
              <a:t>Пилот AgentConnect, август 2026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Модели Claude, LSP доступен как инструмент: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выбирали LSP в 0–6 % задач на поиск места в коде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 3 % задач на переименование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принудительный LSP снизил долю успешных задач со 100 % до 89 %</a:t>
            </a:r>
          </a:p>
          <a:p>
            <a:pPr algn="l">
              <a:spcAft>
                <a:spcPts val="8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agentconnect.md/blog/grep-beat-lsp-harness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языка. Сервер – отдельный процесс, который разбирает код и отвечает на вопросы о нём.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9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pyright; Kotlin LSP – пока экспериментальный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+ Serena (инструменты LSP)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по символу, а не по подстроке: вызов без точки и одноимённая функция другого типа различаются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протокол: агент говорит с любым сервером одинаково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переименование: перенос, смена сигнатуры, удаление не передать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не знает, что уже изменилось: когда индекс актуален – неизвестно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сервер – один язык: ссылки из другого языка и из конфигурации не видны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– на усмотрение сервера: ошибка, применение без предупреждения или пометка; «продолжить всё равно»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 – пока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333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3549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333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549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549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333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49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333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549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333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549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333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549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333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549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5117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33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549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5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25454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Инструменты IDE позволяют разделить: модель решает «что», движок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1428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1005840"/>
          </a:xfrm>
          <a:prstGeom prst="roundRect">
            <a:avLst>
              <a:gd name="adj" fmla="val 12727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331720"/>
            <a:ext cx="8229600" cy="2331720"/>
          </a:xfrm>
          <a:prstGeom prst="roundRect">
            <a:avLst>
              <a:gd name="adj" fmla="val 549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6C26B"/>
                </a:solidFill>
                <a:latin typeface="Golos Text"/>
              </a:rPr>
              <a:t>TODO: скриншот Veai внутри IDE с открытым кейсом detekt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Полнота: находит все ссылки, включая другие языки и конфигурацию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до правки: проверяет, куда приведёт вызов после правки, и показывает список конфликтов до применения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Атомарность: либо всё, либо ничего;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2333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«функция lint уже объявлена» – показан до применения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 lang="ru-RU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279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441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03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279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603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79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79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279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279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603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279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441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603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603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279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441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с версии 2025.2; сервер включается в настройках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и Safe Delete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